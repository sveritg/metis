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5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1" r:id="rId6"/>
    <p:sldMasterId id="2147483690" r:id="rId7"/>
    <p:sldMasterId id="2147483699" r:id="rId8"/>
    <p:sldMasterId id="2147483708" r:id="rId9"/>
    <p:sldMasterId id="2147483717" r:id="rId10"/>
  </p:sldMasterIdLst>
  <p:notesMasterIdLst>
    <p:notesMasterId r:id="rId19"/>
  </p:notesMasterIdLst>
  <p:sldIdLst>
    <p:sldId id="263" r:id="rId11"/>
    <p:sldId id="264" r:id="rId12"/>
    <p:sldId id="256" r:id="rId13"/>
    <p:sldId id="258" r:id="rId14"/>
    <p:sldId id="257" r:id="rId15"/>
    <p:sldId id="259" r:id="rId16"/>
    <p:sldId id="261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1759E70-F69B-4DB4-9E9D-4DD91B7975F7}">
          <p14:sldIdLst>
            <p14:sldId id="263"/>
            <p14:sldId id="264"/>
            <p14:sldId id="256"/>
            <p14:sldId id="258"/>
            <p14:sldId id="257"/>
            <p14:sldId id="259"/>
          </p14:sldIdLst>
        </p14:section>
        <p14:section name="&quot;How to change pictures&quot; guide" id="{3779117E-C643-4B4F-8F0E-4D74D2A02DA4}">
          <p14:sldIdLst>
            <p14:sldId id="261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15011-CECB-8AAA-54AA-21B8D1B60740}" v="1" dt="2024-10-22T06:55:40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jan Cerovic" userId="S::bcerovic@itg.be::f7d3d77c-727b-4c79-9ffe-ff2e49792296" providerId="AD" clId="Web-{28E15011-CECB-8AAA-54AA-21B8D1B60740}"/>
    <pc:docChg chg="addSld modSection">
      <pc:chgData name="Bojan Cerovic" userId="S::bcerovic@itg.be::f7d3d77c-727b-4c79-9ffe-ff2e49792296" providerId="AD" clId="Web-{28E15011-CECB-8AAA-54AA-21B8D1B60740}" dt="2024-10-22T06:55:40.319" v="0"/>
      <pc:docMkLst>
        <pc:docMk/>
      </pc:docMkLst>
      <pc:sldChg chg="new">
        <pc:chgData name="Bojan Cerovic" userId="S::bcerovic@itg.be::f7d3d77c-727b-4c79-9ffe-ff2e49792296" providerId="AD" clId="Web-{28E15011-CECB-8AAA-54AA-21B8D1B60740}" dt="2024-10-22T06:55:40.319" v="0"/>
        <pc:sldMkLst>
          <pc:docMk/>
          <pc:sldMk cId="3522202827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7BF41-52DF-4C4E-95FF-A9B136CE41CD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06911-2AB0-42B8-B37C-BFFA6AFA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0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6D5E08E-DB2D-8812-0C5D-972405F467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60000" y="0"/>
            <a:ext cx="9133200" cy="6858000"/>
          </a:xfrm>
          <a:custGeom>
            <a:avLst/>
            <a:gdLst>
              <a:gd name="connsiteX0" fmla="*/ 0 w 9133200"/>
              <a:gd name="connsiteY0" fmla="*/ 0 h 6858000"/>
              <a:gd name="connsiteX1" fmla="*/ 9133200 w 9133200"/>
              <a:gd name="connsiteY1" fmla="*/ 0 h 6858000"/>
              <a:gd name="connsiteX2" fmla="*/ 9133200 w 9133200"/>
              <a:gd name="connsiteY2" fmla="*/ 6858000 h 6858000"/>
              <a:gd name="connsiteX3" fmla="*/ 0 w 9133200"/>
              <a:gd name="connsiteY3" fmla="*/ 6858000 h 6858000"/>
              <a:gd name="connsiteX4" fmla="*/ 0 w 9133200"/>
              <a:gd name="connsiteY4" fmla="*/ 6210000 h 6858000"/>
              <a:gd name="connsiteX5" fmla="*/ 3042000 w 9133200"/>
              <a:gd name="connsiteY5" fmla="*/ 6210000 h 6858000"/>
              <a:gd name="connsiteX6" fmla="*/ 3042000 w 9133200"/>
              <a:gd name="connsiteY6" fmla="*/ 792000 h 6858000"/>
              <a:gd name="connsiteX7" fmla="*/ 0 w 9133200"/>
              <a:gd name="connsiteY7" fmla="*/ 792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33200" h="6858000">
                <a:moveTo>
                  <a:pt x="0" y="0"/>
                </a:moveTo>
                <a:lnTo>
                  <a:pt x="9133200" y="0"/>
                </a:lnTo>
                <a:lnTo>
                  <a:pt x="9133200" y="6858000"/>
                </a:lnTo>
                <a:lnTo>
                  <a:pt x="0" y="6858000"/>
                </a:lnTo>
                <a:lnTo>
                  <a:pt x="0" y="6210000"/>
                </a:lnTo>
                <a:lnTo>
                  <a:pt x="3042000" y="6210000"/>
                </a:lnTo>
                <a:lnTo>
                  <a:pt x="3042000" y="792000"/>
                </a:lnTo>
                <a:lnTo>
                  <a:pt x="0" y="79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69357-2887-AB98-2B43-5EAEBE3854EB}"/>
              </a:ext>
            </a:extLst>
          </p:cNvPr>
          <p:cNvSpPr/>
          <p:nvPr/>
        </p:nvSpPr>
        <p:spPr>
          <a:xfrm>
            <a:off x="0" y="792000"/>
            <a:ext cx="6120000" cy="541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00319-A578-334F-5791-38D304F07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" y="2916000"/>
            <a:ext cx="4968000" cy="1800000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6BB62-B6EF-D0CB-3F9F-723537A18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" y="4986000"/>
            <a:ext cx="4968000" cy="936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2C865F-CA75-1080-B10B-F6ECA7C7A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0000"/>
            <a:ext cx="287493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7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E49AC2C-41E9-E53F-60CC-DA6480BA98ED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F2DDEA-7126-118A-602F-3BC1F5037D79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385EC0-A6E8-E80F-B3E8-22FA45B2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86F988-94DA-55C0-F8FA-48A37D63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BE9D-DD3E-B128-2037-FB1ABC37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00C5B6-0CF2-0D8B-D02F-FE5480C4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6AC2F-0837-4153-A621-2E53EABCC1BD}" type="datetime1">
              <a:rPr lang="en-US" smtClean="0"/>
              <a:t>10/21/2024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54BBB4C-AEDD-BE3C-E725-A83624599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0983F9-75CF-CF4F-3B3A-B6FA5602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FD44-153A-4857-A351-3DDDEF183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00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386000"/>
            <a:ext cx="4500000" cy="2700000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266000"/>
            <a:ext cx="5400000" cy="1080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569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EE64FA9-7ABD-A962-A19A-0F7D8C65AF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0000" y="0"/>
            <a:ext cx="9853200" cy="6858000"/>
          </a:xfrm>
          <a:custGeom>
            <a:avLst/>
            <a:gdLst>
              <a:gd name="connsiteX0" fmla="*/ 0 w 9853200"/>
              <a:gd name="connsiteY0" fmla="*/ 0 h 6858000"/>
              <a:gd name="connsiteX1" fmla="*/ 9853200 w 9853200"/>
              <a:gd name="connsiteY1" fmla="*/ 0 h 6858000"/>
              <a:gd name="connsiteX2" fmla="*/ 9853200 w 9853200"/>
              <a:gd name="connsiteY2" fmla="*/ 6858000 h 6858000"/>
              <a:gd name="connsiteX3" fmla="*/ 0 w 9853200"/>
              <a:gd name="connsiteY3" fmla="*/ 6858000 h 6858000"/>
              <a:gd name="connsiteX4" fmla="*/ 0 w 9853200"/>
              <a:gd name="connsiteY4" fmla="*/ 5112000 h 6858000"/>
              <a:gd name="connsiteX5" fmla="*/ 3762000 w 9853200"/>
              <a:gd name="connsiteY5" fmla="*/ 5112000 h 6858000"/>
              <a:gd name="connsiteX6" fmla="*/ 3762000 w 9853200"/>
              <a:gd name="connsiteY6" fmla="*/ 1764000 h 6858000"/>
              <a:gd name="connsiteX7" fmla="*/ 0 w 9853200"/>
              <a:gd name="connsiteY7" fmla="*/ 176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53200" h="6858000">
                <a:moveTo>
                  <a:pt x="0" y="0"/>
                </a:moveTo>
                <a:lnTo>
                  <a:pt x="9853200" y="0"/>
                </a:lnTo>
                <a:lnTo>
                  <a:pt x="9853200" y="6858000"/>
                </a:lnTo>
                <a:lnTo>
                  <a:pt x="0" y="6858000"/>
                </a:lnTo>
                <a:lnTo>
                  <a:pt x="0" y="5112000"/>
                </a:lnTo>
                <a:lnTo>
                  <a:pt x="3762000" y="5112000"/>
                </a:lnTo>
                <a:lnTo>
                  <a:pt x="3762000" y="1764000"/>
                </a:lnTo>
                <a:lnTo>
                  <a:pt x="0" y="1764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83FB3-DF7E-470B-834E-1DAB4FE8D123}"/>
              </a:ext>
            </a:extLst>
          </p:cNvPr>
          <p:cNvSpPr/>
          <p:nvPr/>
        </p:nvSpPr>
        <p:spPr>
          <a:xfrm>
            <a:off x="0" y="1764000"/>
            <a:ext cx="6120000" cy="33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2304000"/>
            <a:ext cx="5040000" cy="2268000"/>
          </a:xfrm>
        </p:spPr>
        <p:txBody>
          <a:bodyPr anchor="ctr" anchorCtr="0">
            <a:normAutofit/>
          </a:bodyPr>
          <a:lstStyle>
            <a:lvl1pPr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680000"/>
            <a:ext cx="5040000" cy="432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883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940B-732A-E992-9DAE-240AE03BC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 baseline="0"/>
            </a:lvl3pPr>
            <a:lvl4pPr>
              <a:defRPr sz="17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DED9B1B-F40F-5B55-BE1E-A44CDC7B2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EDAF-5EFD-4312-AC9C-9591591EF4D7}" type="datetime1">
              <a:rPr lang="en-US" smtClean="0"/>
              <a:t>10/21/2024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A8AC784-D1A5-534C-271A-0B8C052D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DD1B1E2-9223-9D76-92D1-F7D95703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FD44-153A-4857-A351-3DDDEF183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40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72C123D-4D57-D432-FA9A-B8722E5404A5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BF6531-A897-9F1D-E626-82F6B050B3E8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DFEE98F-A830-EB2D-3A63-24E3A1E7C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8CF3E-FB4F-58DA-0ABF-203CF0C9A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2CD4-BE66-BD4E-1C2B-6EA9A47BB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06D92-E63C-E91D-F6BD-D515D8C3D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6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E82CE-0FAB-AAD6-7C15-BA0D4BCD6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6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403E22F-F6C8-5ACC-68D7-68C9EC0D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D0E42-07AC-C400-3582-647BD4E5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F63B1-018A-4204-86A7-0337FC9F9C14}" type="datetime1">
              <a:rPr lang="en-US" smtClean="0"/>
              <a:t>10/21/2024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0761D3-F119-42CE-349E-C7D5A908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6E383ED-B74A-7A4E-56F0-BCB2DB70C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FD44-153A-4857-A351-3DDDEF183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2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01C17FA5-4F8A-60F6-EE75-6BA43ABC6D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90575" y="738000"/>
            <a:ext cx="4986000" cy="5202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00" y="738000"/>
            <a:ext cx="4986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339E5-6D97-06F6-0CD5-FB7CBB77B4B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C1EEA3-45EF-4857-9349-1EB97F664066}" type="datetime1">
              <a:rPr lang="en-US" smtClean="0"/>
              <a:t>10/21/2024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63772F1-DA88-9F93-D67E-90046B4E8C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C8DD0AF-7AE9-3A74-263E-C0330E7005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53FD44-153A-4857-A351-3DDDEF183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4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000" y="738000"/>
            <a:ext cx="4842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000" y="1836000"/>
            <a:ext cx="4842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51C5C92-0570-7DF7-BCA4-648F804A567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92000" y="792000"/>
            <a:ext cx="4986000" cy="5148000"/>
          </a:xfrm>
          <a:solidFill>
            <a:schemeClr val="tx2"/>
          </a:solidFill>
        </p:spPr>
        <p:txBody>
          <a:bodyPr lIns="432000" tIns="324000" rIns="432000" bIns="324000" anchor="ctr" anchorCtr="0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800" b="1" i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359E1-616B-C79A-A698-DE975A527D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4BF872-A362-4180-838A-98C29379A125}" type="datetime1">
              <a:rPr lang="en-US" smtClean="0"/>
              <a:t>10/21/2024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FBCB841-15DE-FF66-C028-137C725D67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050CC50-3C79-7250-C06C-2AACB2F218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53FD44-153A-4857-A351-3DDDEF183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25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520F4E7-8222-910F-DDFA-F6A899516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2000" y="792000"/>
            <a:ext cx="10620000" cy="5418000"/>
          </a:xfrm>
          <a:custGeom>
            <a:avLst/>
            <a:gdLst>
              <a:gd name="connsiteX0" fmla="*/ 0 w 10620000"/>
              <a:gd name="connsiteY0" fmla="*/ 0 h 5418000"/>
              <a:gd name="connsiteX1" fmla="*/ 10620000 w 10620000"/>
              <a:gd name="connsiteY1" fmla="*/ 0 h 5418000"/>
              <a:gd name="connsiteX2" fmla="*/ 10620000 w 10620000"/>
              <a:gd name="connsiteY2" fmla="*/ 2645999 h 5418000"/>
              <a:gd name="connsiteX3" fmla="*/ 6840000 w 10620000"/>
              <a:gd name="connsiteY3" fmla="*/ 2645999 h 5418000"/>
              <a:gd name="connsiteX4" fmla="*/ 6840000 w 10620000"/>
              <a:gd name="connsiteY4" fmla="*/ 5418000 h 5418000"/>
              <a:gd name="connsiteX5" fmla="*/ 0 w 10620000"/>
              <a:gd name="connsiteY5" fmla="*/ 541800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20000" h="5418000">
                <a:moveTo>
                  <a:pt x="0" y="0"/>
                </a:moveTo>
                <a:lnTo>
                  <a:pt x="10620000" y="0"/>
                </a:lnTo>
                <a:lnTo>
                  <a:pt x="10620000" y="2645999"/>
                </a:lnTo>
                <a:lnTo>
                  <a:pt x="6840000" y="2645999"/>
                </a:lnTo>
                <a:lnTo>
                  <a:pt x="6840000" y="5418000"/>
                </a:lnTo>
                <a:lnTo>
                  <a:pt x="0" y="541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B1BF0-C364-0E51-FEDE-0352B54EBBC4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A4380C-1EBC-E489-BFE4-6739542F816F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91BEA2-249E-5E09-128D-574909E49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F85D0-A9BD-689B-7431-FFD55FC3B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4000" y="4787999"/>
            <a:ext cx="3348000" cy="1188000"/>
          </a:xfrm>
        </p:spPr>
        <p:txBody>
          <a:bodyPr>
            <a:normAutofit/>
          </a:bodyPr>
          <a:lstStyle>
            <a:lvl1pPr marL="0" indent="0">
              <a:buNone/>
              <a:defRPr sz="2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56AC6-81FE-B166-F3A3-53ED8E78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000" y="3816000"/>
            <a:ext cx="3348000" cy="720000"/>
          </a:xfrm>
        </p:spPr>
        <p:txBody>
          <a:bodyPr anchor="t" anchorCtr="0">
            <a:normAutofit/>
          </a:bodyPr>
          <a:lstStyle>
            <a:lvl1pPr>
              <a:defRPr sz="2700" b="0" i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B61BDF-7D9D-CCEC-3215-3A7B89F0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B720-4D28-4A09-B089-599AD63438B9}" type="datetime1">
              <a:rPr lang="en-US" smtClean="0"/>
              <a:t>10/21/2024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F3D1E3C-C61A-88BD-0409-C4D33EA40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E4C07D-D1E9-AE8A-A845-9CB8132E9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FD44-153A-4857-A351-3DDDEF183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d Slide -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2628000"/>
            <a:ext cx="5040000" cy="1260000"/>
          </a:xfrm>
        </p:spPr>
        <p:txBody>
          <a:bodyPr anchor="b"/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050000"/>
            <a:ext cx="5400000" cy="1080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D009E8-D4D5-01BD-F916-5ECE3C6D55D6}"/>
              </a:ext>
            </a:extLst>
          </p:cNvPr>
          <p:cNvGrpSpPr/>
          <p:nvPr/>
        </p:nvGrpSpPr>
        <p:grpSpPr>
          <a:xfrm>
            <a:off x="612000" y="5508000"/>
            <a:ext cx="3096000" cy="1098000"/>
            <a:chOff x="612000" y="5508000"/>
            <a:chExt cx="3096000" cy="109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8D59D4B-BED7-0DCD-3CA8-DF5D3061B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000" y="5508000"/>
              <a:ext cx="252507" cy="1080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C78E2B-0105-BD94-82F6-ADB4EDBDBCA4}"/>
                </a:ext>
              </a:extLst>
            </p:cNvPr>
            <p:cNvSpPr txBox="1"/>
            <p:nvPr/>
          </p:nvSpPr>
          <p:spPr>
            <a:xfrm>
              <a:off x="1008000" y="5526000"/>
              <a:ext cx="2700000" cy="1080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500" dirty="0" err="1">
                  <a:solidFill>
                    <a:schemeClr val="bg1"/>
                  </a:solidFill>
                </a:rPr>
                <a:t>ITGITMantwerp</a:t>
              </a:r>
              <a:endParaRPr lang="en-US" sz="1500" dirty="0">
                <a:solidFill>
                  <a:schemeClr val="bg1"/>
                </a:solidFill>
              </a:endParaRPr>
            </a:p>
            <a:p>
              <a:pPr>
                <a:lnSpc>
                  <a:spcPts val="2200"/>
                </a:lnSpc>
              </a:pPr>
              <a:r>
                <a:rPr lang="en-US" sz="1500" dirty="0">
                  <a:solidFill>
                    <a:schemeClr val="bg1"/>
                  </a:solidFill>
                </a:rPr>
                <a:t>@itmantwerp</a:t>
              </a:r>
            </a:p>
            <a:p>
              <a:pPr>
                <a:lnSpc>
                  <a:spcPts val="2100"/>
                </a:lnSpc>
              </a:pPr>
              <a:r>
                <a:rPr lang="en-US" sz="1500" dirty="0">
                  <a:solidFill>
                    <a:schemeClr val="bg1"/>
                  </a:solidFill>
                </a:rPr>
                <a:t>@institute-of-tropical-medicine</a:t>
              </a:r>
            </a:p>
            <a:p>
              <a:pPr>
                <a:lnSpc>
                  <a:spcPts val="2200"/>
                </a:lnSpc>
              </a:pPr>
              <a:r>
                <a:rPr lang="en-US" sz="1500" dirty="0">
                  <a:solidFill>
                    <a:schemeClr val="bg1"/>
                  </a:solidFill>
                </a:rPr>
                <a:t>@ITMantwerp @TropischITG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052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6D5E08E-DB2D-8812-0C5D-972405F467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60000" y="0"/>
            <a:ext cx="9133200" cy="6858000"/>
          </a:xfrm>
          <a:custGeom>
            <a:avLst/>
            <a:gdLst>
              <a:gd name="connsiteX0" fmla="*/ 0 w 9133200"/>
              <a:gd name="connsiteY0" fmla="*/ 0 h 6858000"/>
              <a:gd name="connsiteX1" fmla="*/ 9133200 w 9133200"/>
              <a:gd name="connsiteY1" fmla="*/ 0 h 6858000"/>
              <a:gd name="connsiteX2" fmla="*/ 9133200 w 9133200"/>
              <a:gd name="connsiteY2" fmla="*/ 6858000 h 6858000"/>
              <a:gd name="connsiteX3" fmla="*/ 0 w 9133200"/>
              <a:gd name="connsiteY3" fmla="*/ 6858000 h 6858000"/>
              <a:gd name="connsiteX4" fmla="*/ 0 w 9133200"/>
              <a:gd name="connsiteY4" fmla="*/ 6210000 h 6858000"/>
              <a:gd name="connsiteX5" fmla="*/ 3042000 w 9133200"/>
              <a:gd name="connsiteY5" fmla="*/ 6210000 h 6858000"/>
              <a:gd name="connsiteX6" fmla="*/ 3042000 w 9133200"/>
              <a:gd name="connsiteY6" fmla="*/ 792000 h 6858000"/>
              <a:gd name="connsiteX7" fmla="*/ 0 w 9133200"/>
              <a:gd name="connsiteY7" fmla="*/ 792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33200" h="6858000">
                <a:moveTo>
                  <a:pt x="0" y="0"/>
                </a:moveTo>
                <a:lnTo>
                  <a:pt x="9133200" y="0"/>
                </a:lnTo>
                <a:lnTo>
                  <a:pt x="9133200" y="6858000"/>
                </a:lnTo>
                <a:lnTo>
                  <a:pt x="0" y="6858000"/>
                </a:lnTo>
                <a:lnTo>
                  <a:pt x="0" y="6210000"/>
                </a:lnTo>
                <a:lnTo>
                  <a:pt x="3042000" y="6210000"/>
                </a:lnTo>
                <a:lnTo>
                  <a:pt x="3042000" y="792000"/>
                </a:lnTo>
                <a:lnTo>
                  <a:pt x="0" y="79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69357-2887-AB98-2B43-5EAEBE3854EB}"/>
              </a:ext>
            </a:extLst>
          </p:cNvPr>
          <p:cNvSpPr/>
          <p:nvPr/>
        </p:nvSpPr>
        <p:spPr>
          <a:xfrm>
            <a:off x="0" y="792000"/>
            <a:ext cx="6120000" cy="541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2C865F-CA75-1080-B10B-F6ECA7C7A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004" y="1044000"/>
            <a:ext cx="2252029" cy="846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66954E1-C744-0B47-B16E-2E1E5C4204CF}"/>
              </a:ext>
            </a:extLst>
          </p:cNvPr>
          <p:cNvGrpSpPr/>
          <p:nvPr/>
        </p:nvGrpSpPr>
        <p:grpSpPr>
          <a:xfrm>
            <a:off x="612000" y="4806000"/>
            <a:ext cx="3096000" cy="1098000"/>
            <a:chOff x="612000" y="4806000"/>
            <a:chExt cx="3096000" cy="109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9A147D-A566-0070-11F9-2E03B0F54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000" y="4806000"/>
              <a:ext cx="252507" cy="1080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DA3C5A-7DCE-722D-A1AA-288AA71696F1}"/>
                </a:ext>
              </a:extLst>
            </p:cNvPr>
            <p:cNvSpPr txBox="1"/>
            <p:nvPr/>
          </p:nvSpPr>
          <p:spPr>
            <a:xfrm>
              <a:off x="1008000" y="4824000"/>
              <a:ext cx="2700000" cy="1080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500" dirty="0" err="1">
                  <a:solidFill>
                    <a:schemeClr val="bg1"/>
                  </a:solidFill>
                </a:rPr>
                <a:t>ITGITMantwerp</a:t>
              </a:r>
              <a:endParaRPr lang="en-US" sz="1500" dirty="0">
                <a:solidFill>
                  <a:schemeClr val="bg1"/>
                </a:solidFill>
              </a:endParaRPr>
            </a:p>
            <a:p>
              <a:pPr>
                <a:lnSpc>
                  <a:spcPts val="2200"/>
                </a:lnSpc>
              </a:pPr>
              <a:r>
                <a:rPr lang="en-US" sz="1500" dirty="0">
                  <a:solidFill>
                    <a:schemeClr val="bg1"/>
                  </a:solidFill>
                </a:rPr>
                <a:t>@itmantwerp</a:t>
              </a:r>
            </a:p>
            <a:p>
              <a:pPr>
                <a:lnSpc>
                  <a:spcPts val="2100"/>
                </a:lnSpc>
              </a:pPr>
              <a:r>
                <a:rPr lang="en-US" sz="1500" dirty="0">
                  <a:solidFill>
                    <a:schemeClr val="bg1"/>
                  </a:solidFill>
                </a:rPr>
                <a:t>@institute-of-tropical-medicine</a:t>
              </a:r>
            </a:p>
            <a:p>
              <a:pPr>
                <a:lnSpc>
                  <a:spcPts val="2200"/>
                </a:lnSpc>
              </a:pPr>
              <a:r>
                <a:rPr lang="en-US" sz="1500" dirty="0">
                  <a:solidFill>
                    <a:schemeClr val="bg1"/>
                  </a:solidFill>
                </a:rPr>
                <a:t>@ITMantwerp @TropischITG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500319-A578-334F-5791-38D304F07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" y="1980000"/>
            <a:ext cx="3744000" cy="151200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6BB62-B6EF-D0CB-3F9F-723537A18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" y="3618000"/>
            <a:ext cx="5148000" cy="936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702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733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E49AC2C-41E9-E53F-60CC-DA6480BA98ED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F2DDEA-7126-118A-602F-3BC1F5037D79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385EC0-A6E8-E80F-B3E8-22FA45B2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86F988-94DA-55C0-F8FA-48A37D63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BE9D-DD3E-B128-2037-FB1ABC37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AD4A5D-8859-D120-69FA-A01157A8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933C1-26FC-4D81-84DD-5560C5CC3BA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C170DE-C500-14D4-F5C1-C1F75332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F9A1FD-F731-C2E9-FBCB-57A3E30D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731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386000"/>
            <a:ext cx="4500000" cy="2700000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266000"/>
            <a:ext cx="5400000" cy="1080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348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EE64FA9-7ABD-A962-A19A-0F7D8C65AF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0000" y="0"/>
            <a:ext cx="9853200" cy="6858000"/>
          </a:xfrm>
          <a:custGeom>
            <a:avLst/>
            <a:gdLst>
              <a:gd name="connsiteX0" fmla="*/ 0 w 9853200"/>
              <a:gd name="connsiteY0" fmla="*/ 0 h 6858000"/>
              <a:gd name="connsiteX1" fmla="*/ 9853200 w 9853200"/>
              <a:gd name="connsiteY1" fmla="*/ 0 h 6858000"/>
              <a:gd name="connsiteX2" fmla="*/ 9853200 w 9853200"/>
              <a:gd name="connsiteY2" fmla="*/ 6858000 h 6858000"/>
              <a:gd name="connsiteX3" fmla="*/ 0 w 9853200"/>
              <a:gd name="connsiteY3" fmla="*/ 6858000 h 6858000"/>
              <a:gd name="connsiteX4" fmla="*/ 0 w 9853200"/>
              <a:gd name="connsiteY4" fmla="*/ 5112000 h 6858000"/>
              <a:gd name="connsiteX5" fmla="*/ 3762000 w 9853200"/>
              <a:gd name="connsiteY5" fmla="*/ 5112000 h 6858000"/>
              <a:gd name="connsiteX6" fmla="*/ 3762000 w 9853200"/>
              <a:gd name="connsiteY6" fmla="*/ 1764000 h 6858000"/>
              <a:gd name="connsiteX7" fmla="*/ 0 w 9853200"/>
              <a:gd name="connsiteY7" fmla="*/ 176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53200" h="6858000">
                <a:moveTo>
                  <a:pt x="0" y="0"/>
                </a:moveTo>
                <a:lnTo>
                  <a:pt x="9853200" y="0"/>
                </a:lnTo>
                <a:lnTo>
                  <a:pt x="9853200" y="6858000"/>
                </a:lnTo>
                <a:lnTo>
                  <a:pt x="0" y="6858000"/>
                </a:lnTo>
                <a:lnTo>
                  <a:pt x="0" y="5112000"/>
                </a:lnTo>
                <a:lnTo>
                  <a:pt x="3762000" y="5112000"/>
                </a:lnTo>
                <a:lnTo>
                  <a:pt x="3762000" y="1764000"/>
                </a:lnTo>
                <a:lnTo>
                  <a:pt x="0" y="1764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83FB3-DF7E-470B-834E-1DAB4FE8D123}"/>
              </a:ext>
            </a:extLst>
          </p:cNvPr>
          <p:cNvSpPr/>
          <p:nvPr/>
        </p:nvSpPr>
        <p:spPr>
          <a:xfrm>
            <a:off x="0" y="1764000"/>
            <a:ext cx="6120000" cy="334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2304000"/>
            <a:ext cx="5040000" cy="2268000"/>
          </a:xfrm>
        </p:spPr>
        <p:txBody>
          <a:bodyPr anchor="ctr" anchorCtr="0">
            <a:normAutofit/>
          </a:bodyPr>
          <a:lstStyle>
            <a:lvl1pPr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680000"/>
            <a:ext cx="5040000" cy="432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78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940B-732A-E992-9DAE-240AE03BC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 baseline="0"/>
            </a:lvl3pPr>
            <a:lvl4pPr>
              <a:defRPr sz="17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C0B348D-39B5-8E33-9813-52B44AB1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068-E29D-4CDF-8847-EF352CCB1128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3C92910-DDD7-DA7C-4713-515D1F05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3E4B7E8-C1E1-3403-91AD-615C75E3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730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72C123D-4D57-D432-FA9A-B8722E5404A5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BF6531-A897-9F1D-E626-82F6B050B3E8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DFEE98F-A830-EB2D-3A63-24E3A1E7C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8CF3E-FB4F-58DA-0ABF-203CF0C9A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2CD4-BE66-BD4E-1C2B-6EA9A47BB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06D92-E63C-E91D-F6BD-D515D8C3D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6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E82CE-0FAB-AAD6-7C15-BA0D4BCD6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6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403E22F-F6C8-5ACC-68D7-68C9EC0D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AA9E07-9A4B-91C5-679B-E93304B4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43C3-8101-4958-8DAE-BD582AE0EC0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E050C8-2905-CA99-3B9A-87D1233D6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660F741-A3E1-1F73-FD53-A5054231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68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01C17FA5-4F8A-60F6-EE75-6BA43ABC6D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90575" y="738000"/>
            <a:ext cx="4986000" cy="5202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00" y="738000"/>
            <a:ext cx="4986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7FC3F-6C1A-9F0D-02F1-6B1036B3D8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CDEF20-8712-4530-A0E3-0C1C1E5888EE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732A95-5AE1-19E0-2BBD-DD677C5A80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DD45387-D050-B5D6-136F-583EAD0D2A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613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000" y="738000"/>
            <a:ext cx="4842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000" y="1836000"/>
            <a:ext cx="4842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51C5C92-0570-7DF7-BCA4-648F804A567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92000" y="792000"/>
            <a:ext cx="4986000" cy="5148000"/>
          </a:xfrm>
          <a:solidFill>
            <a:schemeClr val="tx2"/>
          </a:solidFill>
        </p:spPr>
        <p:txBody>
          <a:bodyPr lIns="432000" tIns="324000" rIns="432000" bIns="324000" anchor="ctr" anchorCtr="0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800" b="1" i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08558-9A4A-0802-08C4-8D6F7B79192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BEE321-6A7E-4C21-9D50-B668A09C6577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0664B28-F9C4-D382-528D-3A893326C78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05AC10B-EF9F-731F-65D5-CFF39AD1E2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889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520F4E7-8222-910F-DDFA-F6A899516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2000" y="792000"/>
            <a:ext cx="10620000" cy="5418000"/>
          </a:xfrm>
          <a:custGeom>
            <a:avLst/>
            <a:gdLst>
              <a:gd name="connsiteX0" fmla="*/ 0 w 10620000"/>
              <a:gd name="connsiteY0" fmla="*/ 0 h 5418000"/>
              <a:gd name="connsiteX1" fmla="*/ 10620000 w 10620000"/>
              <a:gd name="connsiteY1" fmla="*/ 0 h 5418000"/>
              <a:gd name="connsiteX2" fmla="*/ 10620000 w 10620000"/>
              <a:gd name="connsiteY2" fmla="*/ 2645999 h 5418000"/>
              <a:gd name="connsiteX3" fmla="*/ 6840000 w 10620000"/>
              <a:gd name="connsiteY3" fmla="*/ 2645999 h 5418000"/>
              <a:gd name="connsiteX4" fmla="*/ 6840000 w 10620000"/>
              <a:gd name="connsiteY4" fmla="*/ 5418000 h 5418000"/>
              <a:gd name="connsiteX5" fmla="*/ 0 w 10620000"/>
              <a:gd name="connsiteY5" fmla="*/ 541800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20000" h="5418000">
                <a:moveTo>
                  <a:pt x="0" y="0"/>
                </a:moveTo>
                <a:lnTo>
                  <a:pt x="10620000" y="0"/>
                </a:lnTo>
                <a:lnTo>
                  <a:pt x="10620000" y="2645999"/>
                </a:lnTo>
                <a:lnTo>
                  <a:pt x="6840000" y="2645999"/>
                </a:lnTo>
                <a:lnTo>
                  <a:pt x="6840000" y="5418000"/>
                </a:lnTo>
                <a:lnTo>
                  <a:pt x="0" y="541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B1BF0-C364-0E51-FEDE-0352B54EBBC4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A4380C-1EBC-E489-BFE4-6739542F816F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91BEA2-249E-5E09-128D-574909E49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F85D0-A9BD-689B-7431-FFD55FC3B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4000" y="4787999"/>
            <a:ext cx="3348000" cy="1188000"/>
          </a:xfrm>
        </p:spPr>
        <p:txBody>
          <a:bodyPr>
            <a:normAutofit/>
          </a:bodyPr>
          <a:lstStyle>
            <a:lvl1pPr marL="0" indent="0">
              <a:buNone/>
              <a:defRPr sz="2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56AC6-81FE-B166-F3A3-53ED8E78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000" y="3816000"/>
            <a:ext cx="3348000" cy="720000"/>
          </a:xfrm>
        </p:spPr>
        <p:txBody>
          <a:bodyPr anchor="t" anchorCtr="0">
            <a:normAutofit/>
          </a:bodyPr>
          <a:lstStyle>
            <a:lvl1pPr>
              <a:defRPr sz="2700" b="0" i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44B48-5930-78D5-32E7-F7233A8C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3A51E-4E22-43F9-B3F4-83B0DDFF8999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7C552D-B1E5-1915-2EA4-87AF3EF8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909B114-EA0E-B0FF-14CA-46A36D7C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2385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E49AC2C-41E9-E53F-60CC-DA6480BA98ED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F2DDEA-7126-118A-602F-3BC1F5037D79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385EC0-A6E8-E80F-B3E8-22FA45B2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86F988-94DA-55C0-F8FA-48A37D63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BE9D-DD3E-B128-2037-FB1ABC37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BEA1467-64F7-B67B-7252-FDCD9597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FDC9D-7D8F-44C9-A3C3-B3435D3FDC29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F9BFDC-32E8-519F-3B6E-ABB88231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6B0617B-7E33-722B-1F31-F112BEA2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6496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386000"/>
            <a:ext cx="4500000" cy="2700000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266000"/>
            <a:ext cx="5400000" cy="1080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4198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EE64FA9-7ABD-A962-A19A-0F7D8C65AF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0000" y="0"/>
            <a:ext cx="9853200" cy="6858000"/>
          </a:xfrm>
          <a:custGeom>
            <a:avLst/>
            <a:gdLst>
              <a:gd name="connsiteX0" fmla="*/ 0 w 9853200"/>
              <a:gd name="connsiteY0" fmla="*/ 0 h 6858000"/>
              <a:gd name="connsiteX1" fmla="*/ 9853200 w 9853200"/>
              <a:gd name="connsiteY1" fmla="*/ 0 h 6858000"/>
              <a:gd name="connsiteX2" fmla="*/ 9853200 w 9853200"/>
              <a:gd name="connsiteY2" fmla="*/ 6858000 h 6858000"/>
              <a:gd name="connsiteX3" fmla="*/ 0 w 9853200"/>
              <a:gd name="connsiteY3" fmla="*/ 6858000 h 6858000"/>
              <a:gd name="connsiteX4" fmla="*/ 0 w 9853200"/>
              <a:gd name="connsiteY4" fmla="*/ 5112000 h 6858000"/>
              <a:gd name="connsiteX5" fmla="*/ 3762000 w 9853200"/>
              <a:gd name="connsiteY5" fmla="*/ 5112000 h 6858000"/>
              <a:gd name="connsiteX6" fmla="*/ 3762000 w 9853200"/>
              <a:gd name="connsiteY6" fmla="*/ 1764000 h 6858000"/>
              <a:gd name="connsiteX7" fmla="*/ 0 w 9853200"/>
              <a:gd name="connsiteY7" fmla="*/ 176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53200" h="6858000">
                <a:moveTo>
                  <a:pt x="0" y="0"/>
                </a:moveTo>
                <a:lnTo>
                  <a:pt x="9853200" y="0"/>
                </a:lnTo>
                <a:lnTo>
                  <a:pt x="9853200" y="6858000"/>
                </a:lnTo>
                <a:lnTo>
                  <a:pt x="0" y="6858000"/>
                </a:lnTo>
                <a:lnTo>
                  <a:pt x="0" y="5112000"/>
                </a:lnTo>
                <a:lnTo>
                  <a:pt x="3762000" y="5112000"/>
                </a:lnTo>
                <a:lnTo>
                  <a:pt x="3762000" y="1764000"/>
                </a:lnTo>
                <a:lnTo>
                  <a:pt x="0" y="1764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83FB3-DF7E-470B-834E-1DAB4FE8D123}"/>
              </a:ext>
            </a:extLst>
          </p:cNvPr>
          <p:cNvSpPr/>
          <p:nvPr/>
        </p:nvSpPr>
        <p:spPr>
          <a:xfrm>
            <a:off x="0" y="1764000"/>
            <a:ext cx="6120000" cy="33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2304000"/>
            <a:ext cx="5040000" cy="2268000"/>
          </a:xfrm>
        </p:spPr>
        <p:txBody>
          <a:bodyPr anchor="ctr" anchorCtr="0">
            <a:normAutofit/>
          </a:bodyPr>
          <a:lstStyle>
            <a:lvl1pPr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680000"/>
            <a:ext cx="5040000" cy="432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252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940B-732A-E992-9DAE-240AE03BC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 baseline="0"/>
            </a:lvl3pPr>
            <a:lvl4pPr>
              <a:defRPr sz="17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13E6DB5-D9F3-2502-0D6E-B89ADAD0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9E3C-D1F4-4A2F-AED8-3FB6A957F55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90D3276-DA57-B7C1-852B-7E07C403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FF6B92-7D9B-AA77-11E8-E267A87F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178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72C123D-4D57-D432-FA9A-B8722E5404A5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BF6531-A897-9F1D-E626-82F6B050B3E8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DFEE98F-A830-EB2D-3A63-24E3A1E7C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8CF3E-FB4F-58DA-0ABF-203CF0C9A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2CD4-BE66-BD4E-1C2B-6EA9A47BB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06D92-E63C-E91D-F6BD-D515D8C3D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6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E82CE-0FAB-AAD6-7C15-BA0D4BCD6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6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403E22F-F6C8-5ACC-68D7-68C9EC0D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F7DED-2330-201A-9B66-3CE5D447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56E44-79A8-4C95-9699-32731067CDF5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7620E8-0342-5123-27B4-50A0EC45E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337929D-3F26-75B8-79A8-B7511171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9330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01C17FA5-4F8A-60F6-EE75-6BA43ABC6D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90575" y="738000"/>
            <a:ext cx="4986000" cy="5202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00" y="738000"/>
            <a:ext cx="4986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5D45A-5193-43D0-7952-11E9A76E813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56AC70-0630-4422-BE07-2114397DDC91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E0B3A4-BAD2-3AF5-0C52-C62DFFBC26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717F482-3FEA-86D5-258B-A8E888EC839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276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000" y="738000"/>
            <a:ext cx="4842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000" y="1836000"/>
            <a:ext cx="4842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51C5C92-0570-7DF7-BCA4-648F804A567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92000" y="792000"/>
            <a:ext cx="4986000" cy="5148000"/>
          </a:xfrm>
          <a:solidFill>
            <a:schemeClr val="tx2"/>
          </a:solidFill>
        </p:spPr>
        <p:txBody>
          <a:bodyPr lIns="432000" tIns="324000" rIns="432000" bIns="324000" anchor="ctr" anchorCtr="0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800" b="1" i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12A2F-2910-4055-2EF2-9077B5A8E1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A48D6A-AF72-4FC7-958F-662CD5CEBD87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4F1A2CB-F373-3978-BDD5-948BAEC7C56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8302A6-7AFB-747F-3560-A166D4CD3A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572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520F4E7-8222-910F-DDFA-F6A899516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2000" y="792000"/>
            <a:ext cx="10620000" cy="5418000"/>
          </a:xfrm>
          <a:custGeom>
            <a:avLst/>
            <a:gdLst>
              <a:gd name="connsiteX0" fmla="*/ 0 w 10620000"/>
              <a:gd name="connsiteY0" fmla="*/ 0 h 5418000"/>
              <a:gd name="connsiteX1" fmla="*/ 10620000 w 10620000"/>
              <a:gd name="connsiteY1" fmla="*/ 0 h 5418000"/>
              <a:gd name="connsiteX2" fmla="*/ 10620000 w 10620000"/>
              <a:gd name="connsiteY2" fmla="*/ 2645999 h 5418000"/>
              <a:gd name="connsiteX3" fmla="*/ 6840000 w 10620000"/>
              <a:gd name="connsiteY3" fmla="*/ 2645999 h 5418000"/>
              <a:gd name="connsiteX4" fmla="*/ 6840000 w 10620000"/>
              <a:gd name="connsiteY4" fmla="*/ 5418000 h 5418000"/>
              <a:gd name="connsiteX5" fmla="*/ 0 w 10620000"/>
              <a:gd name="connsiteY5" fmla="*/ 541800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20000" h="5418000">
                <a:moveTo>
                  <a:pt x="0" y="0"/>
                </a:moveTo>
                <a:lnTo>
                  <a:pt x="10620000" y="0"/>
                </a:lnTo>
                <a:lnTo>
                  <a:pt x="10620000" y="2645999"/>
                </a:lnTo>
                <a:lnTo>
                  <a:pt x="6840000" y="2645999"/>
                </a:lnTo>
                <a:lnTo>
                  <a:pt x="6840000" y="5418000"/>
                </a:lnTo>
                <a:lnTo>
                  <a:pt x="0" y="541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B1BF0-C364-0E51-FEDE-0352B54EBBC4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A4380C-1EBC-E489-BFE4-6739542F816F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91BEA2-249E-5E09-128D-574909E49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F85D0-A9BD-689B-7431-FFD55FC3B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4000" y="4787999"/>
            <a:ext cx="3348000" cy="1188000"/>
          </a:xfrm>
        </p:spPr>
        <p:txBody>
          <a:bodyPr>
            <a:normAutofit/>
          </a:bodyPr>
          <a:lstStyle>
            <a:lvl1pPr marL="0" indent="0">
              <a:buNone/>
              <a:defRPr sz="2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56AC6-81FE-B166-F3A3-53ED8E78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000" y="3816000"/>
            <a:ext cx="3348000" cy="720000"/>
          </a:xfrm>
        </p:spPr>
        <p:txBody>
          <a:bodyPr anchor="t" anchorCtr="0">
            <a:normAutofit/>
          </a:bodyPr>
          <a:lstStyle>
            <a:lvl1pPr>
              <a:defRPr sz="2700" b="0" i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290E62-BBAF-9B80-2116-EF42F62C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CD76-614D-411B-8BF4-006D789F8298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7A3A164-22BE-F308-288E-CEB78E89D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F15E407-F5CD-E4B6-17F0-31F7EE21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058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E49AC2C-41E9-E53F-60CC-DA6480BA98ED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F2DDEA-7126-118A-602F-3BC1F5037D79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385EC0-A6E8-E80F-B3E8-22FA45B2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86F988-94DA-55C0-F8FA-48A37D63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BE9D-DD3E-B128-2037-FB1ABC37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59590FB-81C9-D288-0B1F-E9D6FF16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C0E18-B755-4875-95B1-8B6B7CC3F613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6A18D0-8E33-BA8A-7E03-E2ACE066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5BE39A-F5CF-4E2A-21B3-A6CEC4AA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4883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386000"/>
            <a:ext cx="4500000" cy="2700000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266000"/>
            <a:ext cx="5400000" cy="1080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75978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EE64FA9-7ABD-A962-A19A-0F7D8C65AF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0000" y="0"/>
            <a:ext cx="9853200" cy="6858000"/>
          </a:xfrm>
          <a:custGeom>
            <a:avLst/>
            <a:gdLst>
              <a:gd name="connsiteX0" fmla="*/ 0 w 9853200"/>
              <a:gd name="connsiteY0" fmla="*/ 0 h 6858000"/>
              <a:gd name="connsiteX1" fmla="*/ 9853200 w 9853200"/>
              <a:gd name="connsiteY1" fmla="*/ 0 h 6858000"/>
              <a:gd name="connsiteX2" fmla="*/ 9853200 w 9853200"/>
              <a:gd name="connsiteY2" fmla="*/ 6858000 h 6858000"/>
              <a:gd name="connsiteX3" fmla="*/ 0 w 9853200"/>
              <a:gd name="connsiteY3" fmla="*/ 6858000 h 6858000"/>
              <a:gd name="connsiteX4" fmla="*/ 0 w 9853200"/>
              <a:gd name="connsiteY4" fmla="*/ 5112000 h 6858000"/>
              <a:gd name="connsiteX5" fmla="*/ 3762000 w 9853200"/>
              <a:gd name="connsiteY5" fmla="*/ 5112000 h 6858000"/>
              <a:gd name="connsiteX6" fmla="*/ 3762000 w 9853200"/>
              <a:gd name="connsiteY6" fmla="*/ 1764000 h 6858000"/>
              <a:gd name="connsiteX7" fmla="*/ 0 w 9853200"/>
              <a:gd name="connsiteY7" fmla="*/ 176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53200" h="6858000">
                <a:moveTo>
                  <a:pt x="0" y="0"/>
                </a:moveTo>
                <a:lnTo>
                  <a:pt x="9853200" y="0"/>
                </a:lnTo>
                <a:lnTo>
                  <a:pt x="9853200" y="6858000"/>
                </a:lnTo>
                <a:lnTo>
                  <a:pt x="0" y="6858000"/>
                </a:lnTo>
                <a:lnTo>
                  <a:pt x="0" y="5112000"/>
                </a:lnTo>
                <a:lnTo>
                  <a:pt x="3762000" y="5112000"/>
                </a:lnTo>
                <a:lnTo>
                  <a:pt x="3762000" y="1764000"/>
                </a:lnTo>
                <a:lnTo>
                  <a:pt x="0" y="1764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83FB3-DF7E-470B-834E-1DAB4FE8D123}"/>
              </a:ext>
            </a:extLst>
          </p:cNvPr>
          <p:cNvSpPr/>
          <p:nvPr/>
        </p:nvSpPr>
        <p:spPr>
          <a:xfrm>
            <a:off x="0" y="1764000"/>
            <a:ext cx="6120000" cy="334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2304000"/>
            <a:ext cx="5040000" cy="2268000"/>
          </a:xfrm>
        </p:spPr>
        <p:txBody>
          <a:bodyPr anchor="ctr" anchorCtr="0">
            <a:normAutofit/>
          </a:bodyPr>
          <a:lstStyle>
            <a:lvl1pPr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680000"/>
            <a:ext cx="5040000" cy="432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308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940B-732A-E992-9DAE-240AE03BC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 baseline="0"/>
            </a:lvl3pPr>
            <a:lvl4pPr>
              <a:defRPr sz="17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BAFC5DD-FE7B-2220-9A25-631F6972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FEE7-C7EC-45B9-981F-33FE32BEC61D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62C6B3-04F7-773A-AFA5-A061C8773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49817C9-2E2E-CD8D-E58F-DA2665B1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8971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72C123D-4D57-D432-FA9A-B8722E5404A5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BF6531-A897-9F1D-E626-82F6B050B3E8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DFEE98F-A830-EB2D-3A63-24E3A1E7C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8CF3E-FB4F-58DA-0ABF-203CF0C9A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2CD4-BE66-BD4E-1C2B-6EA9A47BB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06D92-E63C-E91D-F6BD-D515D8C3D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6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E82CE-0FAB-AAD6-7C15-BA0D4BCD6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6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403E22F-F6C8-5ACC-68D7-68C9EC0D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8AFAC-C80D-95FF-C333-276C9EE7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1AB2-BBAD-48EA-941A-8BAE3BE38B5F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FBE1FE-382A-BA9E-F98B-0B596884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3AB9E2-F377-B2A1-7B3A-6C3D377F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645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01C17FA5-4F8A-60F6-EE75-6BA43ABC6D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90575" y="738000"/>
            <a:ext cx="4986000" cy="5202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00" y="738000"/>
            <a:ext cx="4986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233F69-4120-2478-F6E1-014F870DB94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1DDDC7E-F6CF-4AFD-8140-2E1C5EF088E0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F74600-CB16-028A-8320-3B26EFDF1A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7704A69-F3DB-5B67-E7B3-8414A74730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6628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000" y="738000"/>
            <a:ext cx="4842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000" y="1836000"/>
            <a:ext cx="4842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51C5C92-0570-7DF7-BCA4-648F804A567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92000" y="792000"/>
            <a:ext cx="4986000" cy="5148000"/>
          </a:xfrm>
          <a:solidFill>
            <a:schemeClr val="tx2"/>
          </a:solidFill>
        </p:spPr>
        <p:txBody>
          <a:bodyPr lIns="432000" tIns="324000" rIns="432000" bIns="324000" anchor="ctr" anchorCtr="0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800" b="1" i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698424-7504-0639-C873-C05FB99BDE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ACB8D0-CF93-431D-BAEB-F769903D98C1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A329B7A-EF0B-289F-17FA-DD49FC60B8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03EFC03-E2CF-B6E5-58EF-C03090F126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950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520F4E7-8222-910F-DDFA-F6A899516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2000" y="792000"/>
            <a:ext cx="10620000" cy="5418000"/>
          </a:xfrm>
          <a:custGeom>
            <a:avLst/>
            <a:gdLst>
              <a:gd name="connsiteX0" fmla="*/ 0 w 10620000"/>
              <a:gd name="connsiteY0" fmla="*/ 0 h 5418000"/>
              <a:gd name="connsiteX1" fmla="*/ 10620000 w 10620000"/>
              <a:gd name="connsiteY1" fmla="*/ 0 h 5418000"/>
              <a:gd name="connsiteX2" fmla="*/ 10620000 w 10620000"/>
              <a:gd name="connsiteY2" fmla="*/ 2645999 h 5418000"/>
              <a:gd name="connsiteX3" fmla="*/ 6840000 w 10620000"/>
              <a:gd name="connsiteY3" fmla="*/ 2645999 h 5418000"/>
              <a:gd name="connsiteX4" fmla="*/ 6840000 w 10620000"/>
              <a:gd name="connsiteY4" fmla="*/ 5418000 h 5418000"/>
              <a:gd name="connsiteX5" fmla="*/ 0 w 10620000"/>
              <a:gd name="connsiteY5" fmla="*/ 541800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20000" h="5418000">
                <a:moveTo>
                  <a:pt x="0" y="0"/>
                </a:moveTo>
                <a:lnTo>
                  <a:pt x="10620000" y="0"/>
                </a:lnTo>
                <a:lnTo>
                  <a:pt x="10620000" y="2645999"/>
                </a:lnTo>
                <a:lnTo>
                  <a:pt x="6840000" y="2645999"/>
                </a:lnTo>
                <a:lnTo>
                  <a:pt x="6840000" y="5418000"/>
                </a:lnTo>
                <a:lnTo>
                  <a:pt x="0" y="541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B1BF0-C364-0E51-FEDE-0352B54EBBC4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A4380C-1EBC-E489-BFE4-6739542F816F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91BEA2-249E-5E09-128D-574909E49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F85D0-A9BD-689B-7431-FFD55FC3B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4000" y="4787999"/>
            <a:ext cx="3348000" cy="1188000"/>
          </a:xfrm>
        </p:spPr>
        <p:txBody>
          <a:bodyPr>
            <a:normAutofit/>
          </a:bodyPr>
          <a:lstStyle>
            <a:lvl1pPr marL="0" indent="0">
              <a:buNone/>
              <a:defRPr sz="2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56AC6-81FE-B166-F3A3-53ED8E78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000" y="3816000"/>
            <a:ext cx="3348000" cy="720000"/>
          </a:xfrm>
        </p:spPr>
        <p:txBody>
          <a:bodyPr anchor="t" anchorCtr="0">
            <a:normAutofit/>
          </a:bodyPr>
          <a:lstStyle>
            <a:lvl1pPr>
              <a:defRPr sz="2700" b="0" i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5AE6E-1588-A7A6-DC1D-7C2072B6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37F9-E270-417E-B8DB-62E990302807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D801287-A68A-9DE5-487E-44903472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929FD7E-A58B-2E72-294B-4437264B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9879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E49AC2C-41E9-E53F-60CC-DA6480BA98ED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F2DDEA-7126-118A-602F-3BC1F5037D79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385EC0-A6E8-E80F-B3E8-22FA45B2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86F988-94DA-55C0-F8FA-48A37D63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BE9D-DD3E-B128-2037-FB1ABC37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7600B9-BC87-44A8-1F27-E4F154DA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4896-4AB7-4CD8-B2CD-F43D713ACD6F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D81CB5-F68D-E507-73E2-9774527C6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5268D6-BF56-8C8A-9ED0-29F0EF063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3012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386000"/>
            <a:ext cx="4500000" cy="2700000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266000"/>
            <a:ext cx="5400000" cy="1080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15529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EE64FA9-7ABD-A962-A19A-0F7D8C65AF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0000" y="0"/>
            <a:ext cx="9853200" cy="6858000"/>
          </a:xfrm>
          <a:custGeom>
            <a:avLst/>
            <a:gdLst>
              <a:gd name="connsiteX0" fmla="*/ 0 w 9853200"/>
              <a:gd name="connsiteY0" fmla="*/ 0 h 6858000"/>
              <a:gd name="connsiteX1" fmla="*/ 9853200 w 9853200"/>
              <a:gd name="connsiteY1" fmla="*/ 0 h 6858000"/>
              <a:gd name="connsiteX2" fmla="*/ 9853200 w 9853200"/>
              <a:gd name="connsiteY2" fmla="*/ 6858000 h 6858000"/>
              <a:gd name="connsiteX3" fmla="*/ 0 w 9853200"/>
              <a:gd name="connsiteY3" fmla="*/ 6858000 h 6858000"/>
              <a:gd name="connsiteX4" fmla="*/ 0 w 9853200"/>
              <a:gd name="connsiteY4" fmla="*/ 5112000 h 6858000"/>
              <a:gd name="connsiteX5" fmla="*/ 3762000 w 9853200"/>
              <a:gd name="connsiteY5" fmla="*/ 5112000 h 6858000"/>
              <a:gd name="connsiteX6" fmla="*/ 3762000 w 9853200"/>
              <a:gd name="connsiteY6" fmla="*/ 1764000 h 6858000"/>
              <a:gd name="connsiteX7" fmla="*/ 0 w 9853200"/>
              <a:gd name="connsiteY7" fmla="*/ 176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53200" h="6858000">
                <a:moveTo>
                  <a:pt x="0" y="0"/>
                </a:moveTo>
                <a:lnTo>
                  <a:pt x="9853200" y="0"/>
                </a:lnTo>
                <a:lnTo>
                  <a:pt x="9853200" y="6858000"/>
                </a:lnTo>
                <a:lnTo>
                  <a:pt x="0" y="6858000"/>
                </a:lnTo>
                <a:lnTo>
                  <a:pt x="0" y="5112000"/>
                </a:lnTo>
                <a:lnTo>
                  <a:pt x="3762000" y="5112000"/>
                </a:lnTo>
                <a:lnTo>
                  <a:pt x="3762000" y="1764000"/>
                </a:lnTo>
                <a:lnTo>
                  <a:pt x="0" y="1764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83FB3-DF7E-470B-834E-1DAB4FE8D123}"/>
              </a:ext>
            </a:extLst>
          </p:cNvPr>
          <p:cNvSpPr/>
          <p:nvPr/>
        </p:nvSpPr>
        <p:spPr>
          <a:xfrm>
            <a:off x="0" y="1764000"/>
            <a:ext cx="6120000" cy="334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2304000"/>
            <a:ext cx="5040000" cy="2268000"/>
          </a:xfrm>
        </p:spPr>
        <p:txBody>
          <a:bodyPr anchor="ctr" anchorCtr="0">
            <a:normAutofit/>
          </a:bodyPr>
          <a:lstStyle>
            <a:lvl1pPr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680000"/>
            <a:ext cx="5040000" cy="432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38634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940B-732A-E992-9DAE-240AE03BC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 baseline="0"/>
            </a:lvl3pPr>
            <a:lvl4pPr>
              <a:defRPr sz="17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0432DA8-F6F5-D61E-FF15-A4EC50A1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6E92-A0E6-4670-8CFE-1178FFBE0896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2C935FB-61E4-F0D7-8788-1C439247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34F8B45-D575-1F76-FE65-7FCCDBD6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76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72C123D-4D57-D432-FA9A-B8722E5404A5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BF6531-A897-9F1D-E626-82F6B050B3E8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DFEE98F-A830-EB2D-3A63-24E3A1E7C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8CF3E-FB4F-58DA-0ABF-203CF0C9A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2CD4-BE66-BD4E-1C2B-6EA9A47BB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06D92-E63C-E91D-F6BD-D515D8C3D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6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E82CE-0FAB-AAD6-7C15-BA0D4BCD6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6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403E22F-F6C8-5ACC-68D7-68C9EC0D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B8E07-C686-5F49-8B01-130A0C3E5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C7D5C-EB33-4997-BB25-8AF6B5CC41E8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CDB834-3ACB-6859-FF80-B64ECF4D8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3ACD357-011F-CD58-149D-68C4B722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0651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01C17FA5-4F8A-60F6-EE75-6BA43ABC6D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90575" y="738000"/>
            <a:ext cx="4986000" cy="5202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00" y="738000"/>
            <a:ext cx="4986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2B76622-B8EA-F05F-0BF2-58CB851C3DC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1E23C60-73D1-4A57-9B8E-CC3AD99F9E7D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F91500F-0CF6-7415-77A9-F2EFB12251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CD810FF-27E8-8870-CFFF-CAD9C92559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837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000" y="738000"/>
            <a:ext cx="4842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000" y="1836000"/>
            <a:ext cx="4842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51C5C92-0570-7DF7-BCA4-648F804A567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92000" y="792000"/>
            <a:ext cx="4986000" cy="5148000"/>
          </a:xfrm>
          <a:solidFill>
            <a:schemeClr val="tx2"/>
          </a:solidFill>
        </p:spPr>
        <p:txBody>
          <a:bodyPr lIns="432000" tIns="324000" rIns="432000" bIns="324000" anchor="ctr" anchorCtr="0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800" b="1" i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C66171-46CD-EDFA-5793-872FF566F1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E53471-334A-4356-8120-8189C176F4F5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D9563F-7E47-8087-E15F-A75157FA07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08A447-4908-3E2E-57B4-287D117FA1A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0735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520F4E7-8222-910F-DDFA-F6A899516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2000" y="792000"/>
            <a:ext cx="10620000" cy="5418000"/>
          </a:xfrm>
          <a:custGeom>
            <a:avLst/>
            <a:gdLst>
              <a:gd name="connsiteX0" fmla="*/ 0 w 10620000"/>
              <a:gd name="connsiteY0" fmla="*/ 0 h 5418000"/>
              <a:gd name="connsiteX1" fmla="*/ 10620000 w 10620000"/>
              <a:gd name="connsiteY1" fmla="*/ 0 h 5418000"/>
              <a:gd name="connsiteX2" fmla="*/ 10620000 w 10620000"/>
              <a:gd name="connsiteY2" fmla="*/ 2645999 h 5418000"/>
              <a:gd name="connsiteX3" fmla="*/ 6840000 w 10620000"/>
              <a:gd name="connsiteY3" fmla="*/ 2645999 h 5418000"/>
              <a:gd name="connsiteX4" fmla="*/ 6840000 w 10620000"/>
              <a:gd name="connsiteY4" fmla="*/ 5418000 h 5418000"/>
              <a:gd name="connsiteX5" fmla="*/ 0 w 10620000"/>
              <a:gd name="connsiteY5" fmla="*/ 541800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20000" h="5418000">
                <a:moveTo>
                  <a:pt x="0" y="0"/>
                </a:moveTo>
                <a:lnTo>
                  <a:pt x="10620000" y="0"/>
                </a:lnTo>
                <a:lnTo>
                  <a:pt x="10620000" y="2645999"/>
                </a:lnTo>
                <a:lnTo>
                  <a:pt x="6840000" y="2645999"/>
                </a:lnTo>
                <a:lnTo>
                  <a:pt x="6840000" y="5418000"/>
                </a:lnTo>
                <a:lnTo>
                  <a:pt x="0" y="541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B1BF0-C364-0E51-FEDE-0352B54EBBC4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A4380C-1EBC-E489-BFE4-6739542F816F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91BEA2-249E-5E09-128D-574909E49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F85D0-A9BD-689B-7431-FFD55FC3B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4000" y="4787999"/>
            <a:ext cx="3348000" cy="1188000"/>
          </a:xfrm>
        </p:spPr>
        <p:txBody>
          <a:bodyPr>
            <a:normAutofit/>
          </a:bodyPr>
          <a:lstStyle>
            <a:lvl1pPr marL="0" indent="0">
              <a:buNone/>
              <a:defRPr sz="2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56AC6-81FE-B166-F3A3-53ED8E78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000" y="3816000"/>
            <a:ext cx="3348000" cy="720000"/>
          </a:xfrm>
        </p:spPr>
        <p:txBody>
          <a:bodyPr anchor="t" anchorCtr="0">
            <a:normAutofit/>
          </a:bodyPr>
          <a:lstStyle>
            <a:lvl1pPr>
              <a:defRPr sz="2700" b="0" i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77D67-290A-BC40-651C-0F91979F5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BC42-86CE-4E66-B2D4-8478C3BE2D72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1A9CF53-4ED5-5FB6-595D-8EA85C9B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FC9703-18F1-C870-7F5B-06AC6CA4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3332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E49AC2C-41E9-E53F-60CC-DA6480BA98ED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F2DDEA-7126-118A-602F-3BC1F5037D79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385EC0-A6E8-E80F-B3E8-22FA45B2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86F988-94DA-55C0-F8FA-48A37D63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BE9D-DD3E-B128-2037-FB1ABC37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64255E2-BF1F-7274-5A9A-78763C1F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DF64-FFE4-42D4-87CE-919100FEBD7D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E146C8-5429-CFB4-F977-45D1BA1D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259F52-CCA4-49A1-5F41-B2852DBF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9449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1386000"/>
            <a:ext cx="4500000" cy="2700000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266000"/>
            <a:ext cx="5400000" cy="1080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7489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EE64FA9-7ABD-A962-A19A-0F7D8C65AF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0000" y="0"/>
            <a:ext cx="9853200" cy="6858000"/>
          </a:xfrm>
          <a:custGeom>
            <a:avLst/>
            <a:gdLst>
              <a:gd name="connsiteX0" fmla="*/ 0 w 9853200"/>
              <a:gd name="connsiteY0" fmla="*/ 0 h 6858000"/>
              <a:gd name="connsiteX1" fmla="*/ 9853200 w 9853200"/>
              <a:gd name="connsiteY1" fmla="*/ 0 h 6858000"/>
              <a:gd name="connsiteX2" fmla="*/ 9853200 w 9853200"/>
              <a:gd name="connsiteY2" fmla="*/ 6858000 h 6858000"/>
              <a:gd name="connsiteX3" fmla="*/ 0 w 9853200"/>
              <a:gd name="connsiteY3" fmla="*/ 6858000 h 6858000"/>
              <a:gd name="connsiteX4" fmla="*/ 0 w 9853200"/>
              <a:gd name="connsiteY4" fmla="*/ 5112000 h 6858000"/>
              <a:gd name="connsiteX5" fmla="*/ 3762000 w 9853200"/>
              <a:gd name="connsiteY5" fmla="*/ 5112000 h 6858000"/>
              <a:gd name="connsiteX6" fmla="*/ 3762000 w 9853200"/>
              <a:gd name="connsiteY6" fmla="*/ 1764000 h 6858000"/>
              <a:gd name="connsiteX7" fmla="*/ 0 w 9853200"/>
              <a:gd name="connsiteY7" fmla="*/ 176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53200" h="6858000">
                <a:moveTo>
                  <a:pt x="0" y="0"/>
                </a:moveTo>
                <a:lnTo>
                  <a:pt x="9853200" y="0"/>
                </a:lnTo>
                <a:lnTo>
                  <a:pt x="9853200" y="6858000"/>
                </a:lnTo>
                <a:lnTo>
                  <a:pt x="0" y="6858000"/>
                </a:lnTo>
                <a:lnTo>
                  <a:pt x="0" y="5112000"/>
                </a:lnTo>
                <a:lnTo>
                  <a:pt x="3762000" y="5112000"/>
                </a:lnTo>
                <a:lnTo>
                  <a:pt x="3762000" y="1764000"/>
                </a:lnTo>
                <a:lnTo>
                  <a:pt x="0" y="1764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83FB3-DF7E-470B-834E-1DAB4FE8D123}"/>
              </a:ext>
            </a:extLst>
          </p:cNvPr>
          <p:cNvSpPr/>
          <p:nvPr/>
        </p:nvSpPr>
        <p:spPr>
          <a:xfrm>
            <a:off x="0" y="1764000"/>
            <a:ext cx="6120000" cy="334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E505E-7B34-EC7C-6862-6B556F1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2304000"/>
            <a:ext cx="5040000" cy="2268000"/>
          </a:xfrm>
        </p:spPr>
        <p:txBody>
          <a:bodyPr anchor="ctr" anchorCtr="0">
            <a:normAutofit/>
          </a:bodyPr>
          <a:lstStyle>
            <a:lvl1pPr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D78C-2F59-55C8-E194-E3236ACC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4680000"/>
            <a:ext cx="5040000" cy="432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48798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940B-732A-E992-9DAE-240AE03BC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 baseline="0"/>
            </a:lvl3pPr>
            <a:lvl4pPr>
              <a:defRPr sz="17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B2D0165-5DC2-01A2-7D4B-8208501B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F5DC-651B-487C-88F9-C516C368DFA2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8528CA9-5B49-F9E5-20C8-FB443EB2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14B76F6-2751-CDDD-02B9-3FBB7F56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0474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72C123D-4D57-D432-FA9A-B8722E5404A5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BF6531-A897-9F1D-E626-82F6B050B3E8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DFEE98F-A830-EB2D-3A63-24E3A1E7C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8CF3E-FB4F-58DA-0ABF-203CF0C9A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2CD4-BE66-BD4E-1C2B-6EA9A47BB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06D92-E63C-E91D-F6BD-D515D8C3D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6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E82CE-0FAB-AAD6-7C15-BA0D4BCD6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6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403E22F-F6C8-5ACC-68D7-68C9EC0D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BD5E6-4DA8-2F92-DD5C-AD4F4258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2587A-B059-4C49-BE07-A3B64921C124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F9B7A23-FBBC-52AD-5F73-12F0156E3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90EBEA9-7F5A-96A8-35E4-A8CCA6AB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1989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01C17FA5-4F8A-60F6-EE75-6BA43ABC6D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90575" y="738000"/>
            <a:ext cx="4986000" cy="5202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00" y="738000"/>
            <a:ext cx="4986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08C1186-F8BA-65A4-CCC4-ED2E5D08B9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91C3D6-FADC-4DBC-80D4-B188ECE82446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7E6D39B-0577-B62C-2D96-F6A351C5EF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CAE554A-16A0-0D67-8A6A-237D8803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7606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5FA69C-1446-1B9D-CD86-0FB8BAB1861C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EA94A-E2F2-9666-A88D-3E0633F89921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9FF49F-9C29-B77D-B772-87AB37B0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000" y="738000"/>
            <a:ext cx="4842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000" y="1836000"/>
            <a:ext cx="4842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51C5C92-0570-7DF7-BCA4-648F804A567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92000" y="792000"/>
            <a:ext cx="4986000" cy="5148000"/>
          </a:xfrm>
          <a:solidFill>
            <a:schemeClr val="tx2"/>
          </a:solidFill>
        </p:spPr>
        <p:txBody>
          <a:bodyPr lIns="432000" tIns="324000" rIns="432000" bIns="324000" anchor="ctr" anchorCtr="0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800" b="1" i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C67DF-8502-55F2-34C6-061A01BD1F3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80B618-00BC-4A13-8AA5-15A3C8BBC5B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D16B142-7D26-A587-46A1-90BDA53A84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FF58EA9-E7CC-28B8-B2FD-B4EF8FF7C3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0182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520F4E7-8222-910F-DDFA-F6A899516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2000" y="792000"/>
            <a:ext cx="10620000" cy="5418000"/>
          </a:xfrm>
          <a:custGeom>
            <a:avLst/>
            <a:gdLst>
              <a:gd name="connsiteX0" fmla="*/ 0 w 10620000"/>
              <a:gd name="connsiteY0" fmla="*/ 0 h 5418000"/>
              <a:gd name="connsiteX1" fmla="*/ 10620000 w 10620000"/>
              <a:gd name="connsiteY1" fmla="*/ 0 h 5418000"/>
              <a:gd name="connsiteX2" fmla="*/ 10620000 w 10620000"/>
              <a:gd name="connsiteY2" fmla="*/ 2645999 h 5418000"/>
              <a:gd name="connsiteX3" fmla="*/ 6840000 w 10620000"/>
              <a:gd name="connsiteY3" fmla="*/ 2645999 h 5418000"/>
              <a:gd name="connsiteX4" fmla="*/ 6840000 w 10620000"/>
              <a:gd name="connsiteY4" fmla="*/ 5418000 h 5418000"/>
              <a:gd name="connsiteX5" fmla="*/ 0 w 10620000"/>
              <a:gd name="connsiteY5" fmla="*/ 541800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20000" h="5418000">
                <a:moveTo>
                  <a:pt x="0" y="0"/>
                </a:moveTo>
                <a:lnTo>
                  <a:pt x="10620000" y="0"/>
                </a:lnTo>
                <a:lnTo>
                  <a:pt x="10620000" y="2645999"/>
                </a:lnTo>
                <a:lnTo>
                  <a:pt x="6840000" y="2645999"/>
                </a:lnTo>
                <a:lnTo>
                  <a:pt x="6840000" y="5418000"/>
                </a:lnTo>
                <a:lnTo>
                  <a:pt x="0" y="541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B1BF0-C364-0E51-FEDE-0352B54EBBC4}"/>
              </a:ext>
            </a:extLst>
          </p:cNvPr>
          <p:cNvGrpSpPr/>
          <p:nvPr/>
        </p:nvGrpSpPr>
        <p:grpSpPr>
          <a:xfrm>
            <a:off x="0" y="6210000"/>
            <a:ext cx="12193200" cy="648000"/>
            <a:chOff x="0" y="6210000"/>
            <a:chExt cx="12193200" cy="64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A4380C-1EBC-E489-BFE4-6739542F816F}"/>
                </a:ext>
              </a:extLst>
            </p:cNvPr>
            <p:cNvSpPr/>
            <p:nvPr/>
          </p:nvSpPr>
          <p:spPr>
            <a:xfrm>
              <a:off x="0" y="6210000"/>
              <a:ext cx="12193200" cy="64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91BEA2-249E-5E09-128D-574909E49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10000"/>
              <a:ext cx="790986" cy="648000"/>
            </a:xfrm>
            <a:prstGeom prst="rect">
              <a:avLst/>
            </a:prstGeom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F85D0-A9BD-689B-7431-FFD55FC3B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4000" y="4787999"/>
            <a:ext cx="3348000" cy="1188000"/>
          </a:xfrm>
        </p:spPr>
        <p:txBody>
          <a:bodyPr>
            <a:normAutofit/>
          </a:bodyPr>
          <a:lstStyle>
            <a:lvl1pPr marL="0" indent="0">
              <a:buNone/>
              <a:defRPr sz="2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56AC6-81FE-B166-F3A3-53ED8E78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000" y="3816000"/>
            <a:ext cx="3348000" cy="720000"/>
          </a:xfrm>
        </p:spPr>
        <p:txBody>
          <a:bodyPr anchor="t" anchorCtr="0">
            <a:normAutofit/>
          </a:bodyPr>
          <a:lstStyle>
            <a:lvl1pPr>
              <a:defRPr sz="2700" b="0" i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89CFE9-DB70-1C85-A417-1D5B19DB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68A8-F86C-45D3-8E6E-75442890F802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7752DA2-9CA8-7F5A-7AA7-863509DB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CB19BAE-6EA9-9ED4-FD24-143AE3503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4045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F988-94DA-55C0-F8FA-48A37D63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BE9D-DD3E-B128-2037-FB1ABC37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0388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940B-732A-E992-9DAE-240AE03BC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 baseline="0"/>
            </a:lvl3pPr>
            <a:lvl4pPr>
              <a:defRPr sz="1700" baseline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2027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8CF3E-FB4F-58DA-0ABF-203CF0C9A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2CD4-BE66-BD4E-1C2B-6EA9A47BB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06D92-E63C-E91D-F6BD-D515D8C3D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6000" y="1836000"/>
            <a:ext cx="4986000" cy="648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5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E82CE-0FAB-AAD6-7C15-BA0D4BCD6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6000" y="2808000"/>
            <a:ext cx="4986000" cy="31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403E22F-F6C8-5ACC-68D7-68C9EC0D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834371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01C17FA5-4F8A-60F6-EE75-6BA43ABC6D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90575" y="738000"/>
            <a:ext cx="4986000" cy="5202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00" y="738000"/>
            <a:ext cx="4986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000" y="1836000"/>
            <a:ext cx="4986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935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4053-C9E7-C1BE-4B8A-7B7AB0FC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000" y="738000"/>
            <a:ext cx="4842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C8B65-5AD1-3B0F-4529-77AA2059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000" y="1836000"/>
            <a:ext cx="4842000" cy="4104000"/>
          </a:xfrm>
        </p:spPr>
        <p:txBody>
          <a:bodyPr/>
          <a:lstStyle>
            <a:lvl1pPr>
              <a:defRPr sz="2300" baseline="0"/>
            </a:lvl1pPr>
            <a:lvl2pPr>
              <a:defRPr sz="2100" baseline="0"/>
            </a:lvl2pPr>
            <a:lvl3pPr>
              <a:defRPr sz="1900"/>
            </a:lvl3pPr>
            <a:lvl4pPr>
              <a:defRPr sz="17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51C5C92-0570-7DF7-BCA4-648F804A567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92000" y="792000"/>
            <a:ext cx="4986000" cy="5148000"/>
          </a:xfrm>
          <a:solidFill>
            <a:schemeClr val="tx2"/>
          </a:solidFill>
        </p:spPr>
        <p:txBody>
          <a:bodyPr lIns="432000" tIns="324000" rIns="432000" bIns="324000" anchor="ctr" anchorCtr="0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800" b="1" i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521048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520F4E7-8222-910F-DDFA-F6A899516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2000" y="792000"/>
            <a:ext cx="10620000" cy="5418000"/>
          </a:xfrm>
          <a:custGeom>
            <a:avLst/>
            <a:gdLst>
              <a:gd name="connsiteX0" fmla="*/ 0 w 10620000"/>
              <a:gd name="connsiteY0" fmla="*/ 0 h 5418000"/>
              <a:gd name="connsiteX1" fmla="*/ 10620000 w 10620000"/>
              <a:gd name="connsiteY1" fmla="*/ 0 h 5418000"/>
              <a:gd name="connsiteX2" fmla="*/ 10620000 w 10620000"/>
              <a:gd name="connsiteY2" fmla="*/ 2645999 h 5418000"/>
              <a:gd name="connsiteX3" fmla="*/ 6840000 w 10620000"/>
              <a:gd name="connsiteY3" fmla="*/ 2645999 h 5418000"/>
              <a:gd name="connsiteX4" fmla="*/ 6840000 w 10620000"/>
              <a:gd name="connsiteY4" fmla="*/ 5418000 h 5418000"/>
              <a:gd name="connsiteX5" fmla="*/ 0 w 10620000"/>
              <a:gd name="connsiteY5" fmla="*/ 541800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20000" h="5418000">
                <a:moveTo>
                  <a:pt x="0" y="0"/>
                </a:moveTo>
                <a:lnTo>
                  <a:pt x="10620000" y="0"/>
                </a:lnTo>
                <a:lnTo>
                  <a:pt x="10620000" y="2645999"/>
                </a:lnTo>
                <a:lnTo>
                  <a:pt x="6840000" y="2645999"/>
                </a:lnTo>
                <a:lnTo>
                  <a:pt x="6840000" y="5418000"/>
                </a:lnTo>
                <a:lnTo>
                  <a:pt x="0" y="541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F85D0-A9BD-689B-7431-FFD55FC3B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4000" y="4787999"/>
            <a:ext cx="3348000" cy="1188000"/>
          </a:xfrm>
        </p:spPr>
        <p:txBody>
          <a:bodyPr>
            <a:normAutofit/>
          </a:bodyPr>
          <a:lstStyle>
            <a:lvl1pPr marL="0" indent="0">
              <a:buNone/>
              <a:defRPr sz="2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56AC6-81FE-B166-F3A3-53ED8E78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000" y="3816000"/>
            <a:ext cx="3348000" cy="720000"/>
          </a:xfrm>
        </p:spPr>
        <p:txBody>
          <a:bodyPr anchor="t" anchorCtr="0">
            <a:normAutofit/>
          </a:bodyPr>
          <a:lstStyle>
            <a:lvl1pPr>
              <a:defRPr sz="2700" b="0" i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18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EBC5D-99BF-A377-356E-369CCAF0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38000"/>
            <a:ext cx="10620000" cy="86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4133-EDFD-6A53-4E87-C83467392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10620000" cy="410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5FE0-A468-5DC6-C176-307FA581D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00" y="6354000"/>
            <a:ext cx="180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1DEA1741-789C-4043-95DB-28D5E64E7406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AFC8-4C00-7962-87EA-34F437D2B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8000" y="6354000"/>
            <a:ext cx="792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81619-A150-51B3-0D51-2FD34B641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8000" y="6354000"/>
            <a:ext cx="792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144000" indent="-144000" algn="l">
              <a:buClr>
                <a:schemeClr val="bg1"/>
              </a:buClr>
              <a:buFont typeface="Calibri" panose="020F0502020204030204" pitchFamily="34" charset="0"/>
              <a:buChar char="│"/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7153FD44-153A-4857-A351-3DDDEF183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4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24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3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6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90000"/>
        <a:buFont typeface="Calibri" panose="020F0502020204030204" pitchFamily="34" charset="0"/>
        <a:buChar char="−"/>
        <a:defRPr sz="19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3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Calibri" panose="020F0502020204030204" pitchFamily="34" charset="0"/>
        <a:buChar char="−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EBC5D-99BF-A377-356E-369CCAF0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38000"/>
            <a:ext cx="10620000" cy="86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4133-EDFD-6A53-4E87-C83467392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10620000" cy="410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5FE0-A468-5DC6-C176-307FA581D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00" y="6354000"/>
            <a:ext cx="180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28B9C14D-C502-494A-AA3A-F5E03ABAA1F8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AFC8-4C00-7962-87EA-34F437D2B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8000" y="6354000"/>
            <a:ext cx="792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81619-A150-51B3-0D51-2FD34B641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8000" y="6354000"/>
            <a:ext cx="792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144000" indent="-144000" algn="l">
              <a:buClr>
                <a:schemeClr val="bg1"/>
              </a:buClr>
              <a:buFont typeface="Calibri" panose="020F0502020204030204" pitchFamily="34" charset="0"/>
              <a:buChar char="│"/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30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3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6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90000"/>
        <a:buFont typeface="Calibri" panose="020F0502020204030204" pitchFamily="34" charset="0"/>
        <a:buChar char="−"/>
        <a:defRPr sz="19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3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Calibri" panose="020F0502020204030204" pitchFamily="34" charset="0"/>
        <a:buChar char="−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EBC5D-99BF-A377-356E-369CCAF0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38000"/>
            <a:ext cx="10620000" cy="86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4133-EDFD-6A53-4E87-C83467392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10620000" cy="410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5FE0-A468-5DC6-C176-307FA581D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00" y="6354000"/>
            <a:ext cx="180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CFB9316D-4077-4F12-83F4-5A6A025838E9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AFC8-4C00-7962-87EA-34F437D2B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8000" y="6354000"/>
            <a:ext cx="792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81619-A150-51B3-0D51-2FD34B641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8000" y="6354000"/>
            <a:ext cx="792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144000" indent="-144000" algn="l">
              <a:buClr>
                <a:schemeClr val="bg1"/>
              </a:buClr>
              <a:buFont typeface="Calibri" panose="020F0502020204030204" pitchFamily="34" charset="0"/>
              <a:buChar char="│"/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13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3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6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90000"/>
        <a:buFont typeface="Calibri" panose="020F0502020204030204" pitchFamily="34" charset="0"/>
        <a:buChar char="−"/>
        <a:defRPr sz="19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3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Calibri" panose="020F0502020204030204" pitchFamily="34" charset="0"/>
        <a:buChar char="−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EBC5D-99BF-A377-356E-369CCAF0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38000"/>
            <a:ext cx="10620000" cy="86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4133-EDFD-6A53-4E87-C83467392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10620000" cy="410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5FE0-A468-5DC6-C176-307FA581D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00" y="6354000"/>
            <a:ext cx="180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6B1F2EB4-26A9-45EB-BD7E-AF9E537DED4F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AFC8-4C00-7962-87EA-34F437D2B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8000" y="6354000"/>
            <a:ext cx="792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81619-A150-51B3-0D51-2FD34B641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8000" y="6354000"/>
            <a:ext cx="792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144000" indent="-144000" algn="l">
              <a:buClr>
                <a:schemeClr val="bg1"/>
              </a:buClr>
              <a:buFont typeface="Calibri" panose="020F0502020204030204" pitchFamily="34" charset="0"/>
              <a:buChar char="│"/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6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3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6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90000"/>
        <a:buFont typeface="Calibri" panose="020F0502020204030204" pitchFamily="34" charset="0"/>
        <a:buChar char="−"/>
        <a:defRPr sz="19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3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Calibri" panose="020F0502020204030204" pitchFamily="34" charset="0"/>
        <a:buChar char="−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EBC5D-99BF-A377-356E-369CCAF0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38000"/>
            <a:ext cx="10620000" cy="86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4133-EDFD-6A53-4E87-C83467392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10620000" cy="410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5FE0-A468-5DC6-C176-307FA581D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00" y="6354000"/>
            <a:ext cx="180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66726E04-E63B-43D1-8DC2-7BA723BAFC0B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AFC8-4C00-7962-87EA-34F437D2B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8000" y="6354000"/>
            <a:ext cx="792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81619-A150-51B3-0D51-2FD34B641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8000" y="6354000"/>
            <a:ext cx="792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144000" indent="-144000" algn="l">
              <a:buClr>
                <a:schemeClr val="bg1"/>
              </a:buClr>
              <a:buFont typeface="Calibri" panose="020F0502020204030204" pitchFamily="34" charset="0"/>
              <a:buChar char="│"/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15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3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6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90000"/>
        <a:buFont typeface="Calibri" panose="020F0502020204030204" pitchFamily="34" charset="0"/>
        <a:buChar char="−"/>
        <a:defRPr sz="19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3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Calibri" panose="020F0502020204030204" pitchFamily="34" charset="0"/>
        <a:buChar char="−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EBC5D-99BF-A377-356E-369CCAF0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38000"/>
            <a:ext cx="10620000" cy="86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4133-EDFD-6A53-4E87-C83467392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10620000" cy="410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5FE0-A468-5DC6-C176-307FA581D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00" y="6354000"/>
            <a:ext cx="180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CCB04904-AF12-4869-A7BC-40C125E17992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AFC8-4C00-7962-87EA-34F437D2B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8000" y="6354000"/>
            <a:ext cx="792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81619-A150-51B3-0D51-2FD34B641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8000" y="6354000"/>
            <a:ext cx="792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144000" indent="-144000" algn="l">
              <a:buClr>
                <a:schemeClr val="bg1"/>
              </a:buClr>
              <a:buFont typeface="Calibri" panose="020F0502020204030204" pitchFamily="34" charset="0"/>
              <a:buChar char="│"/>
              <a:defRPr sz="19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2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3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6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90000"/>
        <a:buFont typeface="Calibri" panose="020F0502020204030204" pitchFamily="34" charset="0"/>
        <a:buChar char="−"/>
        <a:defRPr sz="19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3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Calibri" panose="020F0502020204030204" pitchFamily="34" charset="0"/>
        <a:buChar char="−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EBC5D-99BF-A377-356E-369CCAF0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38000"/>
            <a:ext cx="10620000" cy="86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4133-EDFD-6A53-4E87-C83467392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36000"/>
            <a:ext cx="10620000" cy="410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5FE0-A468-5DC6-C176-307FA581D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00" y="6354000"/>
            <a:ext cx="180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9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fld id="{3FB99FFC-D708-4B20-B01A-E029BCB78B77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AFC8-4C00-7962-87EA-34F437D2B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8000" y="6354000"/>
            <a:ext cx="7920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9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Chapter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81619-A150-51B3-0D51-2FD34B641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8000" y="6354000"/>
            <a:ext cx="79200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144000" indent="-144000" algn="l">
              <a:buClr>
                <a:schemeClr val="tx2"/>
              </a:buClr>
              <a:buFont typeface="Calibri" panose="020F0502020204030204" pitchFamily="34" charset="0"/>
              <a:buChar char="│"/>
              <a:defRPr sz="19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fld id="{6463EEDF-10F6-4695-AFD0-CE5FB7514C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07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3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SzPct val="90000"/>
        <a:buFont typeface="Calibri" panose="020F0502020204030204" pitchFamily="34" charset="0"/>
        <a:buChar char="−"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6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SzPct val="90000"/>
        <a:buFont typeface="Calibri" panose="020F0502020204030204" pitchFamily="34" charset="0"/>
        <a:buChar char="−"/>
        <a:defRPr sz="19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32000" indent="-252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Calibri" panose="020F0502020204030204" pitchFamily="34" charset="0"/>
        <a:buChar char="−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6F866-73EC-4EDB-9C34-40BB0CC0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you start working on this PPT: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A5EBC-6FF3-4F39-A878-9AB0D1FDE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+mj-lt"/>
              </a:rPr>
              <a:t>Download a copy </a:t>
            </a:r>
            <a:r>
              <a:rPr lang="en-US" dirty="0">
                <a:latin typeface="+mj-lt"/>
              </a:rPr>
              <a:t>of this template to your computer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j-lt"/>
              </a:rPr>
              <a:t>Click on 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“New Slide” on the top </a:t>
            </a:r>
            <a:r>
              <a:rPr lang="en-US" dirty="0">
                <a:latin typeface="+mj-lt"/>
              </a:rPr>
              <a:t>to choose between all types/</a:t>
            </a:r>
            <a:r>
              <a:rPr lang="en-US" dirty="0" err="1">
                <a:latin typeface="+mj-lt"/>
              </a:rPr>
              <a:t>colours</a:t>
            </a:r>
            <a:r>
              <a:rPr lang="en-US" dirty="0">
                <a:latin typeface="+mj-lt"/>
              </a:rPr>
              <a:t> of slides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+mj-lt"/>
              </a:rPr>
              <a:t>Design options </a:t>
            </a:r>
            <a:r>
              <a:rPr lang="en-US" dirty="0">
                <a:latin typeface="+mj-lt"/>
              </a:rPr>
              <a:t>for your presentation:</a:t>
            </a:r>
          </a:p>
          <a:p>
            <a:pPr lvl="1"/>
            <a:r>
              <a:rPr lang="en-US" dirty="0">
                <a:latin typeface="+mj-lt"/>
              </a:rPr>
              <a:t>Always use the 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ITM blue/green </a:t>
            </a:r>
            <a:r>
              <a:rPr lang="en-US" dirty="0">
                <a:latin typeface="+mj-lt"/>
              </a:rPr>
              <a:t>as main </a:t>
            </a:r>
            <a:r>
              <a:rPr lang="en-US" dirty="0" err="1">
                <a:latin typeface="+mj-lt"/>
              </a:rPr>
              <a:t>colour</a:t>
            </a:r>
            <a:r>
              <a:rPr lang="en-US" dirty="0">
                <a:latin typeface="+mj-lt"/>
              </a:rPr>
              <a:t>, and </a:t>
            </a:r>
          </a:p>
          <a:p>
            <a:pPr lvl="1"/>
            <a:r>
              <a:rPr lang="en-US" dirty="0">
                <a:latin typeface="+mj-lt"/>
              </a:rPr>
              <a:t>Use the provided </a:t>
            </a:r>
            <a:r>
              <a:rPr lang="en-US" dirty="0" err="1">
                <a:latin typeface="+mj-lt"/>
              </a:rPr>
              <a:t>colour</a:t>
            </a:r>
            <a:r>
              <a:rPr lang="en-US" dirty="0">
                <a:latin typeface="+mj-lt"/>
              </a:rPr>
              <a:t> options for each of your sub-chapters (optional).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j-lt"/>
              </a:rPr>
              <a:t>Use the 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guide</a:t>
            </a:r>
            <a:r>
              <a:rPr lang="en-US" dirty="0">
                <a:latin typeface="+mj-lt"/>
              </a:rPr>
              <a:t> on the last two slides to change/adjust image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j-lt"/>
              </a:rPr>
              <a:t>Adjust your details on the ‘thank you’ slide (or delete it)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+mj-lt"/>
              </a:rPr>
              <a:t>Delete</a:t>
            </a:r>
            <a:r>
              <a:rPr lang="en-US" dirty="0">
                <a:latin typeface="+mj-lt"/>
              </a:rPr>
              <a:t> these slides before you present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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462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334C-6A01-E829-26F3-B6FC3C1A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A87DD-876B-4C53-CC52-829A745F0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46A32-A3C2-50BE-6BF1-45EB7DAE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B7BA8-163A-8B24-AEF0-C94D00C2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FD44-153A-4857-A351-3DDDEF183C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0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7FE472A-4D32-5A5C-71AC-1F5BDD51FD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4" t="12621" r="11481"/>
          <a:stretch/>
        </p:blipFill>
        <p:spPr>
          <a:xfrm>
            <a:off x="3060000" y="0"/>
            <a:ext cx="91332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B81B8F-2EFA-11C9-D70E-0B8FE0671C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16BC593-4A0E-115A-1734-ECFF4C3465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5292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A1DF-8FF3-0938-457E-8A49605F7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Chapter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A06AB-F9AB-1DAF-8C10-3A736A9CA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layouts are available: with a graphic or with an image. Of each version six color variations can be chosen.</a:t>
            </a:r>
          </a:p>
        </p:txBody>
      </p:sp>
    </p:spTree>
    <p:extLst>
      <p:ext uri="{BB962C8B-B14F-4D97-AF65-F5344CB8AC3E}">
        <p14:creationId xmlns:p14="http://schemas.microsoft.com/office/powerpoint/2010/main" val="1254902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E5D4-81C0-FAA7-3DE3-2B9A8F8C0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474A-1502-CB0D-1DE2-21757B5A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D1585-2E3B-FF79-A96C-70921489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CEAB1-F9C9-943D-6595-BD510F6D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FD44-153A-4857-A351-3DDDEF183C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9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5CA9BC9-0EBB-3D18-03E2-B86B82FC84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0" r="12550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6E8C4DA-DFB5-4D66-0D44-08D483C68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0C17500-7A15-0197-CDE0-6A561240B7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 Name Surname</a:t>
            </a:r>
          </a:p>
          <a:p>
            <a:r>
              <a:rPr lang="en-US" dirty="0"/>
              <a:t>f.surname@itg.be</a:t>
            </a:r>
          </a:p>
          <a:p>
            <a:r>
              <a:rPr lang="en-US" dirty="0"/>
              <a:t>www.itg.be</a:t>
            </a:r>
          </a:p>
        </p:txBody>
      </p:sp>
    </p:spTree>
    <p:extLst>
      <p:ext uri="{BB962C8B-B14F-4D97-AF65-F5344CB8AC3E}">
        <p14:creationId xmlns:p14="http://schemas.microsoft.com/office/powerpoint/2010/main" val="68458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4318AFE8-2520-487F-B33D-5F39B7A3B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2595"/>
            <a:ext cx="12192000" cy="60895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D1869-2049-615C-F116-26B52DFF2B65}"/>
              </a:ext>
            </a:extLst>
          </p:cNvPr>
          <p:cNvSpPr txBox="1"/>
          <p:nvPr/>
        </p:nvSpPr>
        <p:spPr>
          <a:xfrm>
            <a:off x="1991338" y="1865227"/>
            <a:ext cx="209005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00B0F0"/>
                </a:solidFill>
              </a:rPr>
              <a:t>Step 1: </a:t>
            </a:r>
            <a:r>
              <a:rPr lang="nl-NL" dirty="0"/>
              <a:t>right</a:t>
            </a:r>
            <a:r>
              <a:rPr lang="nl-NL" b="1" dirty="0">
                <a:solidFill>
                  <a:srgbClr val="00B0F0"/>
                </a:solidFill>
              </a:rPr>
              <a:t> </a:t>
            </a:r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image </a:t>
            </a:r>
            <a:r>
              <a:rPr lang="nl-NL" dirty="0" err="1"/>
              <a:t>and</a:t>
            </a:r>
            <a:r>
              <a:rPr lang="nl-NL" dirty="0"/>
              <a:t> select “Change Picture”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63365-D8FF-1DA4-9B6F-D807245EE7DF}"/>
              </a:ext>
            </a:extLst>
          </p:cNvPr>
          <p:cNvSpPr/>
          <p:nvPr/>
        </p:nvSpPr>
        <p:spPr>
          <a:xfrm>
            <a:off x="8856979" y="3709521"/>
            <a:ext cx="1416657" cy="37809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CB92B8-5D28-A5B5-32FA-8038B26BF385}"/>
              </a:ext>
            </a:extLst>
          </p:cNvPr>
          <p:cNvCxnSpPr>
            <a:cxnSpLocks/>
          </p:cNvCxnSpPr>
          <p:nvPr/>
        </p:nvCxnSpPr>
        <p:spPr>
          <a:xfrm>
            <a:off x="4171950" y="2326892"/>
            <a:ext cx="4543425" cy="146405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1E6E57F-A054-0A61-EA21-554806F30F73}"/>
              </a:ext>
            </a:extLst>
          </p:cNvPr>
          <p:cNvSpPr txBox="1"/>
          <p:nvPr/>
        </p:nvSpPr>
        <p:spPr>
          <a:xfrm>
            <a:off x="1991338" y="4999734"/>
            <a:ext cx="1762738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Step 2: </a:t>
            </a:r>
            <a:r>
              <a:rPr lang="nl-NL" dirty="0"/>
              <a:t>select “</a:t>
            </a:r>
            <a:r>
              <a:rPr lang="nl-NL" dirty="0" err="1"/>
              <a:t>From</a:t>
            </a:r>
            <a:r>
              <a:rPr lang="nl-NL" dirty="0"/>
              <a:t> a File”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insert</a:t>
            </a:r>
            <a:r>
              <a:rPr lang="nl-NL" dirty="0"/>
              <a:t> a new picture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272ACA-B86B-6C5B-727F-6B7A6DD84130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754076" y="4087620"/>
            <a:ext cx="6677188" cy="15122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1DAC39B-F700-3EAC-05D0-FD35EBB6A209}"/>
              </a:ext>
            </a:extLst>
          </p:cNvPr>
          <p:cNvSpPr/>
          <p:nvPr/>
        </p:nvSpPr>
        <p:spPr>
          <a:xfrm>
            <a:off x="10431263" y="3667349"/>
            <a:ext cx="1122561" cy="393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622A71-CE70-4562-A194-A2C108B6842D}"/>
              </a:ext>
            </a:extLst>
          </p:cNvPr>
          <p:cNvSpPr txBox="1"/>
          <p:nvPr/>
        </p:nvSpPr>
        <p:spPr>
          <a:xfrm>
            <a:off x="335279" y="120344"/>
            <a:ext cx="12018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Change photo on the title/header/thank you slides?</a:t>
            </a:r>
            <a:endParaRPr lang="nl-BE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154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42DD03B2-31A7-EE84-F381-BCDBE11718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" b="12857"/>
          <a:stretch/>
        </p:blipFill>
        <p:spPr>
          <a:xfrm>
            <a:off x="0" y="993503"/>
            <a:ext cx="12192000" cy="5864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D1869-2049-615C-F116-26B52DFF2B65}"/>
              </a:ext>
            </a:extLst>
          </p:cNvPr>
          <p:cNvSpPr txBox="1"/>
          <p:nvPr/>
        </p:nvSpPr>
        <p:spPr>
          <a:xfrm>
            <a:off x="1273628" y="1763486"/>
            <a:ext cx="209005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00B0F0"/>
                </a:solidFill>
              </a:rPr>
              <a:t>Step 1: </a:t>
            </a:r>
            <a:r>
              <a:rPr lang="nl-NL" dirty="0"/>
              <a:t>click on </a:t>
            </a:r>
            <a:r>
              <a:rPr lang="nl-NL" dirty="0" err="1"/>
              <a:t>the</a:t>
            </a:r>
            <a:r>
              <a:rPr lang="nl-NL" dirty="0"/>
              <a:t> image </a:t>
            </a:r>
            <a:r>
              <a:rPr lang="nl-NL" dirty="0" err="1"/>
              <a:t>and</a:t>
            </a:r>
            <a:r>
              <a:rPr lang="nl-NL" dirty="0"/>
              <a:t> select “Picture Format”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63365-D8FF-1DA4-9B6F-D807245EE7DF}"/>
              </a:ext>
            </a:extLst>
          </p:cNvPr>
          <p:cNvSpPr/>
          <p:nvPr/>
        </p:nvSpPr>
        <p:spPr>
          <a:xfrm>
            <a:off x="3447046" y="1102179"/>
            <a:ext cx="571501" cy="26684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CB92B8-5D28-A5B5-32FA-8038B26BF385}"/>
              </a:ext>
            </a:extLst>
          </p:cNvPr>
          <p:cNvCxnSpPr>
            <a:cxnSpLocks/>
          </p:cNvCxnSpPr>
          <p:nvPr/>
        </p:nvCxnSpPr>
        <p:spPr>
          <a:xfrm flipV="1">
            <a:off x="3152274" y="1441211"/>
            <a:ext cx="439152" cy="4572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1E6E57F-A054-0A61-EA21-554806F30F73}"/>
              </a:ext>
            </a:extLst>
          </p:cNvPr>
          <p:cNvSpPr txBox="1"/>
          <p:nvPr/>
        </p:nvSpPr>
        <p:spPr>
          <a:xfrm>
            <a:off x="1273629" y="2887291"/>
            <a:ext cx="1762738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Step 2: </a:t>
            </a:r>
            <a:r>
              <a:rPr lang="nl-NL" dirty="0"/>
              <a:t>select “</a:t>
            </a:r>
            <a:r>
              <a:rPr lang="nl-NL" dirty="0" err="1"/>
              <a:t>Crop</a:t>
            </a:r>
            <a:r>
              <a:rPr lang="nl-NL" dirty="0"/>
              <a:t>”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adjust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picture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272ACA-B86B-6C5B-727F-6B7A6DD84130}"/>
              </a:ext>
            </a:extLst>
          </p:cNvPr>
          <p:cNvCxnSpPr>
            <a:cxnSpLocks/>
          </p:cNvCxnSpPr>
          <p:nvPr/>
        </p:nvCxnSpPr>
        <p:spPr>
          <a:xfrm flipV="1">
            <a:off x="2477954" y="1441211"/>
            <a:ext cx="7720049" cy="20860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1DAC39B-F700-3EAC-05D0-FD35EBB6A209}"/>
              </a:ext>
            </a:extLst>
          </p:cNvPr>
          <p:cNvSpPr/>
          <p:nvPr/>
        </p:nvSpPr>
        <p:spPr>
          <a:xfrm>
            <a:off x="10273636" y="1235600"/>
            <a:ext cx="315256" cy="393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622A71-CE70-4562-A194-A2C108B6842D}"/>
              </a:ext>
            </a:extLst>
          </p:cNvPr>
          <p:cNvSpPr txBox="1"/>
          <p:nvPr/>
        </p:nvSpPr>
        <p:spPr>
          <a:xfrm>
            <a:off x="335280" y="213360"/>
            <a:ext cx="909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Adjust </a:t>
            </a:r>
            <a:r>
              <a:rPr lang="en-US" sz="2400" dirty="0">
                <a:latin typeface="+mj-lt"/>
              </a:rPr>
              <a:t>the photo? </a:t>
            </a:r>
            <a:endParaRPr lang="nl-BE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37735321"/>
      </p:ext>
    </p:extLst>
  </p:cSld>
  <p:clrMapOvr>
    <a:masterClrMapping/>
  </p:clrMapOvr>
</p:sld>
</file>

<file path=ppt/theme/theme1.xml><?xml version="1.0" encoding="utf-8"?>
<a:theme xmlns:a="http://schemas.openxmlformats.org/drawingml/2006/main" name="ITG-Theme_PowerPoint">
  <a:themeElements>
    <a:clrScheme name="ITG_ThemeColors_PPT">
      <a:dk1>
        <a:srgbClr val="000000"/>
      </a:dk1>
      <a:lt1>
        <a:sysClr val="window" lastClr="FFFFFF"/>
      </a:lt1>
      <a:dk2>
        <a:srgbClr val="005B67"/>
      </a:dk2>
      <a:lt2>
        <a:srgbClr val="E7E6E6"/>
      </a:lt2>
      <a:accent1>
        <a:srgbClr val="005B67"/>
      </a:accent1>
      <a:accent2>
        <a:srgbClr val="E9BA00"/>
      </a:accent2>
      <a:accent3>
        <a:srgbClr val="C2390F"/>
      </a:accent3>
      <a:accent4>
        <a:srgbClr val="40A7D4"/>
      </a:accent4>
      <a:accent5>
        <a:srgbClr val="72A92E"/>
      </a:accent5>
      <a:accent6>
        <a:srgbClr val="CF7E10"/>
      </a:accent6>
      <a:hlink>
        <a:srgbClr val="33CCCC"/>
      </a:hlink>
      <a:folHlink>
        <a:srgbClr val="A6587F"/>
      </a:folHlink>
    </a:clrScheme>
    <a:fontScheme name="ITG_ThemeTypo_PP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8DCBDAF-D8FE-44E1-BBBE-1CB70E31BB2A}" vid="{67D83A61-5286-45EB-8898-87B667EEA63D}"/>
    </a:ext>
  </a:extLst>
</a:theme>
</file>

<file path=ppt/theme/theme2.xml><?xml version="1.0" encoding="utf-8"?>
<a:theme xmlns:a="http://schemas.openxmlformats.org/drawingml/2006/main" name="ITG Chapter Yellow">
  <a:themeElements>
    <a:clrScheme name="ITG_ThemeColors_PPT">
      <a:dk1>
        <a:srgbClr val="000000"/>
      </a:dk1>
      <a:lt1>
        <a:sysClr val="window" lastClr="FFFFFF"/>
      </a:lt1>
      <a:dk2>
        <a:srgbClr val="005B67"/>
      </a:dk2>
      <a:lt2>
        <a:srgbClr val="E7E6E6"/>
      </a:lt2>
      <a:accent1>
        <a:srgbClr val="005B67"/>
      </a:accent1>
      <a:accent2>
        <a:srgbClr val="E9BA00"/>
      </a:accent2>
      <a:accent3>
        <a:srgbClr val="C2390F"/>
      </a:accent3>
      <a:accent4>
        <a:srgbClr val="40A7D4"/>
      </a:accent4>
      <a:accent5>
        <a:srgbClr val="72A92E"/>
      </a:accent5>
      <a:accent6>
        <a:srgbClr val="CF7E10"/>
      </a:accent6>
      <a:hlink>
        <a:srgbClr val="33CCCC"/>
      </a:hlink>
      <a:folHlink>
        <a:srgbClr val="A6587F"/>
      </a:folHlink>
    </a:clrScheme>
    <a:fontScheme name="ITG_ThemeTypo_PP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8DCBDAF-D8FE-44E1-BBBE-1CB70E31BB2A}" vid="{0D2B0DCD-331A-42A5-8053-1485AC16EA56}"/>
    </a:ext>
  </a:extLst>
</a:theme>
</file>

<file path=ppt/theme/theme3.xml><?xml version="1.0" encoding="utf-8"?>
<a:theme xmlns:a="http://schemas.openxmlformats.org/drawingml/2006/main" name="ITG Chapter Red">
  <a:themeElements>
    <a:clrScheme name="ITG_ThemeColors_PPT">
      <a:dk1>
        <a:srgbClr val="000000"/>
      </a:dk1>
      <a:lt1>
        <a:sysClr val="window" lastClr="FFFFFF"/>
      </a:lt1>
      <a:dk2>
        <a:srgbClr val="005B67"/>
      </a:dk2>
      <a:lt2>
        <a:srgbClr val="E7E6E6"/>
      </a:lt2>
      <a:accent1>
        <a:srgbClr val="005B67"/>
      </a:accent1>
      <a:accent2>
        <a:srgbClr val="E9BA00"/>
      </a:accent2>
      <a:accent3>
        <a:srgbClr val="C2390F"/>
      </a:accent3>
      <a:accent4>
        <a:srgbClr val="40A7D4"/>
      </a:accent4>
      <a:accent5>
        <a:srgbClr val="72A92E"/>
      </a:accent5>
      <a:accent6>
        <a:srgbClr val="CF7E10"/>
      </a:accent6>
      <a:hlink>
        <a:srgbClr val="33CCCC"/>
      </a:hlink>
      <a:folHlink>
        <a:srgbClr val="A6587F"/>
      </a:folHlink>
    </a:clrScheme>
    <a:fontScheme name="ITG_ThemeTypo_PP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8DCBDAF-D8FE-44E1-BBBE-1CB70E31BB2A}" vid="{36F82AD2-0C4F-49BE-9324-73697C7C77AC}"/>
    </a:ext>
  </a:extLst>
</a:theme>
</file>

<file path=ppt/theme/theme4.xml><?xml version="1.0" encoding="utf-8"?>
<a:theme xmlns:a="http://schemas.openxmlformats.org/drawingml/2006/main" name="ITG Chapter Blue">
  <a:themeElements>
    <a:clrScheme name="ITG_ThemeColors_PPT">
      <a:dk1>
        <a:srgbClr val="000000"/>
      </a:dk1>
      <a:lt1>
        <a:sysClr val="window" lastClr="FFFFFF"/>
      </a:lt1>
      <a:dk2>
        <a:srgbClr val="005B67"/>
      </a:dk2>
      <a:lt2>
        <a:srgbClr val="E7E6E6"/>
      </a:lt2>
      <a:accent1>
        <a:srgbClr val="005B67"/>
      </a:accent1>
      <a:accent2>
        <a:srgbClr val="E9BA00"/>
      </a:accent2>
      <a:accent3>
        <a:srgbClr val="C2390F"/>
      </a:accent3>
      <a:accent4>
        <a:srgbClr val="40A7D4"/>
      </a:accent4>
      <a:accent5>
        <a:srgbClr val="72A92E"/>
      </a:accent5>
      <a:accent6>
        <a:srgbClr val="CF7E10"/>
      </a:accent6>
      <a:hlink>
        <a:srgbClr val="33CCCC"/>
      </a:hlink>
      <a:folHlink>
        <a:srgbClr val="A6587F"/>
      </a:folHlink>
    </a:clrScheme>
    <a:fontScheme name="ITG_ThemeTypo_PP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8DCBDAF-D8FE-44E1-BBBE-1CB70E31BB2A}" vid="{6D126167-3584-4E46-90BC-3DDCD96A7BCD}"/>
    </a:ext>
  </a:extLst>
</a:theme>
</file>

<file path=ppt/theme/theme5.xml><?xml version="1.0" encoding="utf-8"?>
<a:theme xmlns:a="http://schemas.openxmlformats.org/drawingml/2006/main" name="ITG Chapter Green">
  <a:themeElements>
    <a:clrScheme name="ITG_ThemeColors_PPT">
      <a:dk1>
        <a:srgbClr val="000000"/>
      </a:dk1>
      <a:lt1>
        <a:sysClr val="window" lastClr="FFFFFF"/>
      </a:lt1>
      <a:dk2>
        <a:srgbClr val="005B67"/>
      </a:dk2>
      <a:lt2>
        <a:srgbClr val="E7E6E6"/>
      </a:lt2>
      <a:accent1>
        <a:srgbClr val="005B67"/>
      </a:accent1>
      <a:accent2>
        <a:srgbClr val="E9BA00"/>
      </a:accent2>
      <a:accent3>
        <a:srgbClr val="C2390F"/>
      </a:accent3>
      <a:accent4>
        <a:srgbClr val="40A7D4"/>
      </a:accent4>
      <a:accent5>
        <a:srgbClr val="72A92E"/>
      </a:accent5>
      <a:accent6>
        <a:srgbClr val="CF7E10"/>
      </a:accent6>
      <a:hlink>
        <a:srgbClr val="33CCCC"/>
      </a:hlink>
      <a:folHlink>
        <a:srgbClr val="A6587F"/>
      </a:folHlink>
    </a:clrScheme>
    <a:fontScheme name="ITG_ThemeTypo_PP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8DCBDAF-D8FE-44E1-BBBE-1CB70E31BB2A}" vid="{4BAB3F9F-DDB4-4A78-94E1-B3AFD478D11E}"/>
    </a:ext>
  </a:extLst>
</a:theme>
</file>

<file path=ppt/theme/theme6.xml><?xml version="1.0" encoding="utf-8"?>
<a:theme xmlns:a="http://schemas.openxmlformats.org/drawingml/2006/main" name="ITG Chapter Orange">
  <a:themeElements>
    <a:clrScheme name="ITG_ThemeColors_PPT">
      <a:dk1>
        <a:srgbClr val="000000"/>
      </a:dk1>
      <a:lt1>
        <a:sysClr val="window" lastClr="FFFFFF"/>
      </a:lt1>
      <a:dk2>
        <a:srgbClr val="005B67"/>
      </a:dk2>
      <a:lt2>
        <a:srgbClr val="E7E6E6"/>
      </a:lt2>
      <a:accent1>
        <a:srgbClr val="005B67"/>
      </a:accent1>
      <a:accent2>
        <a:srgbClr val="E9BA00"/>
      </a:accent2>
      <a:accent3>
        <a:srgbClr val="C2390F"/>
      </a:accent3>
      <a:accent4>
        <a:srgbClr val="40A7D4"/>
      </a:accent4>
      <a:accent5>
        <a:srgbClr val="72A92E"/>
      </a:accent5>
      <a:accent6>
        <a:srgbClr val="CF7E10"/>
      </a:accent6>
      <a:hlink>
        <a:srgbClr val="33CCCC"/>
      </a:hlink>
      <a:folHlink>
        <a:srgbClr val="A6587F"/>
      </a:folHlink>
    </a:clrScheme>
    <a:fontScheme name="ITG_ThemeTypo_PP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8DCBDAF-D8FE-44E1-BBBE-1CB70E31BB2A}" vid="{EFF46616-5580-4E46-813C-B980D8526B8D}"/>
    </a:ext>
  </a:extLst>
</a:theme>
</file>

<file path=ppt/theme/theme7.xml><?xml version="1.0" encoding="utf-8"?>
<a:theme xmlns:a="http://schemas.openxmlformats.org/drawingml/2006/main" name="ITG Additional Slides">
  <a:themeElements>
    <a:clrScheme name="ITG_ThemeColors_PPT">
      <a:dk1>
        <a:srgbClr val="000000"/>
      </a:dk1>
      <a:lt1>
        <a:sysClr val="window" lastClr="FFFFFF"/>
      </a:lt1>
      <a:dk2>
        <a:srgbClr val="005B67"/>
      </a:dk2>
      <a:lt2>
        <a:srgbClr val="E7E6E6"/>
      </a:lt2>
      <a:accent1>
        <a:srgbClr val="005B67"/>
      </a:accent1>
      <a:accent2>
        <a:srgbClr val="E9BA00"/>
      </a:accent2>
      <a:accent3>
        <a:srgbClr val="C2390F"/>
      </a:accent3>
      <a:accent4>
        <a:srgbClr val="40A7D4"/>
      </a:accent4>
      <a:accent5>
        <a:srgbClr val="72A92E"/>
      </a:accent5>
      <a:accent6>
        <a:srgbClr val="CF7E10"/>
      </a:accent6>
      <a:hlink>
        <a:srgbClr val="33CCCC"/>
      </a:hlink>
      <a:folHlink>
        <a:srgbClr val="A6587F"/>
      </a:folHlink>
    </a:clrScheme>
    <a:fontScheme name="ITG_ThemeTypo_PP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8DCBDAF-D8FE-44E1-BBBE-1CB70E31BB2A}" vid="{405664FA-6CC2-45D7-884E-E4EB2C5B566D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B2FE05729AE41B464ECD63CC11897" ma:contentTypeVersion="6" ma:contentTypeDescription="Create a new document." ma:contentTypeScope="" ma:versionID="75a4df428fea3ece8c5d02afdb0e946f">
  <xsd:schema xmlns:xsd="http://www.w3.org/2001/XMLSchema" xmlns:xs="http://www.w3.org/2001/XMLSchema" xmlns:p="http://schemas.microsoft.com/office/2006/metadata/properties" xmlns:ns2="7928831d-305a-4a0f-ae36-bd2ebb1806bc" xmlns:ns3="06ce455c-2550-4b68-8f66-bbc287b8f8b8" targetNamespace="http://schemas.microsoft.com/office/2006/metadata/properties" ma:root="true" ma:fieldsID="1bdba267ebd743bae0b061f80d844035" ns2:_="" ns3:_="">
    <xsd:import namespace="7928831d-305a-4a0f-ae36-bd2ebb1806bc"/>
    <xsd:import namespace="06ce455c-2550-4b68-8f66-bbc287b8f8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28831d-305a-4a0f-ae36-bd2ebb1806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e455c-2550-4b68-8f66-bbc287b8f8b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6ce455c-2550-4b68-8f66-bbc287b8f8b8">
      <UserInfo>
        <DisplayName>Marek SAHULCIK</DisplayName>
        <AccountId>1500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6B4DB2C-3E17-432F-827E-1A2FA5AFC2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8949C7-2499-4EB4-ABA3-1C8AF2AF7F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28831d-305a-4a0f-ae36-bd2ebb1806bc"/>
    <ds:schemaRef ds:uri="06ce455c-2550-4b68-8f66-bbc287b8f8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BE98C7-41E5-4B08-BE7D-90EC2F32851A}">
  <ds:schemaRefs>
    <ds:schemaRef ds:uri="7928831d-305a-4a0f-ae36-bd2ebb1806bc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  <ds:schemaRef ds:uri="06ce455c-2550-4b68-8f66-bbc287b8f8b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ITG_PowerPointTemplate_final (2)</Template>
  <TotalTime>1</TotalTime>
  <Words>221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ITG-Theme_PowerPoint</vt:lpstr>
      <vt:lpstr>ITG Chapter Yellow</vt:lpstr>
      <vt:lpstr>ITG Chapter Red</vt:lpstr>
      <vt:lpstr>ITG Chapter Blue</vt:lpstr>
      <vt:lpstr>ITG Chapter Green</vt:lpstr>
      <vt:lpstr>ITG Chapter Orange</vt:lpstr>
      <vt:lpstr>ITG Additional Slides</vt:lpstr>
      <vt:lpstr>Before you start working on this PPT:</vt:lpstr>
      <vt:lpstr>PowerPoint Presentation</vt:lpstr>
      <vt:lpstr>Title Presentation</vt:lpstr>
      <vt:lpstr>Example Chapter slide</vt:lpstr>
      <vt:lpstr>PowerPoint Presentation</vt:lpstr>
      <vt:lpstr>Thank you!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you start working on this PPT:</dc:title>
  <dc:creator/>
  <cp:lastModifiedBy/>
  <cp:revision>2</cp:revision>
  <dcterms:created xsi:type="dcterms:W3CDTF">2023-01-18T12:32:01Z</dcterms:created>
  <dcterms:modified xsi:type="dcterms:W3CDTF">2024-10-22T06:55:40Z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0x010100C4DB2FE05729AE41B464ECD63CC11897</vt:lpwstr>
  </property>
</Properties>
</file>